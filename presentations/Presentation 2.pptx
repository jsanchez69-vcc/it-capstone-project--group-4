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notesMasterIdLst>
    <p:notesMasterId r:id="rId7"/>
  </p:notesMasterIdLst>
  <p:handoutMasterIdLst>
    <p:handoutMasterId r:id="rId8"/>
  </p:handoutMasterIdLst>
  <p:sldIdLst>
    <p:sldId id="259" r:id="rId2"/>
    <p:sldId id="260" r:id="rId3"/>
    <p:sldId id="262" r:id="rId4"/>
    <p:sldId id="263" r:id="rId5"/>
    <p:sldId id="265" r:id="rId6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304" userDrawn="1">
          <p15:clr>
            <a:srgbClr val="A4A3A4"/>
          </p15:clr>
        </p15:guide>
        <p15:guide id="3" orient="horz" pos="4144" userDrawn="1">
          <p15:clr>
            <a:srgbClr val="A4A3A4"/>
          </p15:clr>
        </p15:guide>
        <p15:guide id="4" orient="horz" pos="3952" userDrawn="1">
          <p15:clr>
            <a:srgbClr val="A4A3A4"/>
          </p15:clr>
        </p15:guide>
        <p15:guide id="5" orient="horz" pos="1136" userDrawn="1">
          <p15:clr>
            <a:srgbClr val="A4A3A4"/>
          </p15:clr>
        </p15:guide>
        <p15:guide id="6" pos="3839" userDrawn="1">
          <p15:clr>
            <a:srgbClr val="A4A3A4"/>
          </p15:clr>
        </p15:guide>
        <p15:guide id="7" pos="191" userDrawn="1">
          <p15:clr>
            <a:srgbClr val="A4A3A4"/>
          </p15:clr>
        </p15:guide>
        <p15:guide id="8" pos="7486" userDrawn="1">
          <p15:clr>
            <a:srgbClr val="A4A3A4"/>
          </p15:clr>
        </p15:guide>
        <p15:guide id="9" pos="576" userDrawn="1">
          <p15:clr>
            <a:srgbClr val="A4A3A4"/>
          </p15:clr>
        </p15:guide>
        <p15:guide id="10" pos="710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115AB8-07BF-49DE-8A26-903BA2AC7FE9}" v="17" dt="2026-10-08T23:45:39.989"/>
  </p1510:revLst>
</p1510:revInfo>
</file>

<file path=ppt/tableStyles.xml><?xml version="1.0" encoding="utf-8"?>
<a:tblStyleLst xmlns:a="http://schemas.openxmlformats.org/drawingml/2006/main" def="{D03447BB-5D67-496B-8E87-E561075AD55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>
      <p:cViewPr varScale="1">
        <p:scale>
          <a:sx n="105" d="100"/>
          <a:sy n="105" d="100"/>
        </p:scale>
        <p:origin x="828" y="96"/>
      </p:cViewPr>
      <p:guideLst>
        <p:guide orient="horz" pos="2160"/>
        <p:guide orient="horz" pos="304"/>
        <p:guide orient="horz" pos="4144"/>
        <p:guide orient="horz" pos="3952"/>
        <p:guide orient="horz" pos="1136"/>
        <p:guide pos="3839"/>
        <p:guide pos="191"/>
        <p:guide pos="7486"/>
        <p:guide pos="576"/>
        <p:guide pos="710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76" d="100"/>
          <a:sy n="76" d="100"/>
        </p:scale>
        <p:origin x="1680" y="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nifer Sanchez" userId="a9ea43383a0623c7" providerId="LiveId" clId="{EF1BFEBD-4C3C-4420-A86F-26E35245D45B}"/>
    <pc:docChg chg="modSld">
      <pc:chgData name="Jennifer Sanchez" userId="a9ea43383a0623c7" providerId="LiveId" clId="{EF1BFEBD-4C3C-4420-A86F-26E35245D45B}" dt="2026-10-08T23:45:39.987" v="16" actId="767"/>
      <pc:docMkLst>
        <pc:docMk/>
      </pc:docMkLst>
      <pc:sldChg chg="addSp modSp">
        <pc:chgData name="Jennifer Sanchez" userId="a9ea43383a0623c7" providerId="LiveId" clId="{EF1BFEBD-4C3C-4420-A86F-26E35245D45B}" dt="2026-10-08T23:09:17.925" v="4" actId="767"/>
        <pc:sldMkLst>
          <pc:docMk/>
          <pc:sldMk cId="3912520735" sldId="260"/>
        </pc:sldMkLst>
        <pc:spChg chg="add mod">
          <ac:chgData name="Jennifer Sanchez" userId="a9ea43383a0623c7" providerId="LiveId" clId="{EF1BFEBD-4C3C-4420-A86F-26E35245D45B}" dt="2026-10-08T23:09:17.925" v="4" actId="767"/>
          <ac:spMkLst>
            <pc:docMk/>
            <pc:sldMk cId="3912520735" sldId="260"/>
            <ac:spMk id="63" creationId="{74CD3EB0-700B-191B-76D4-CB184E1F2838}"/>
          </ac:spMkLst>
        </pc:spChg>
        <pc:picChg chg="add mod">
          <ac:chgData name="Jennifer Sanchez" userId="a9ea43383a0623c7" providerId="LiveId" clId="{EF1BFEBD-4C3C-4420-A86F-26E35245D45B}" dt="2026-10-08T23:06:20.021" v="0" actId="931"/>
          <ac:picMkLst>
            <pc:docMk/>
            <pc:sldMk cId="3912520735" sldId="260"/>
            <ac:picMk id="56" creationId="{39762BEC-BD13-C346-801A-79096643B89A}"/>
          </ac:picMkLst>
        </pc:picChg>
        <pc:picChg chg="add mod">
          <ac:chgData name="Jennifer Sanchez" userId="a9ea43383a0623c7" providerId="LiveId" clId="{EF1BFEBD-4C3C-4420-A86F-26E35245D45B}" dt="2026-10-08T23:07:06.086" v="1" actId="931"/>
          <ac:picMkLst>
            <pc:docMk/>
            <pc:sldMk cId="3912520735" sldId="260"/>
            <ac:picMk id="58" creationId="{2586BD64-ACB0-7429-3081-ED05D4A7015E}"/>
          </ac:picMkLst>
        </pc:picChg>
        <pc:cxnChg chg="add mod">
          <ac:chgData name="Jennifer Sanchez" userId="a9ea43383a0623c7" providerId="LiveId" clId="{EF1BFEBD-4C3C-4420-A86F-26E35245D45B}" dt="2026-10-08T23:08:40.890" v="2"/>
          <ac:cxnSpMkLst>
            <pc:docMk/>
            <pc:sldMk cId="3912520735" sldId="260"/>
            <ac:cxnSpMk id="61" creationId="{A922F5DC-E2AF-4BE8-4D9B-1A442C2F50AA}"/>
          </ac:cxnSpMkLst>
        </pc:cxnChg>
        <pc:cxnChg chg="add mod">
          <ac:chgData name="Jennifer Sanchez" userId="a9ea43383a0623c7" providerId="LiveId" clId="{EF1BFEBD-4C3C-4420-A86F-26E35245D45B}" dt="2026-10-08T23:08:47.493" v="3"/>
          <ac:cxnSpMkLst>
            <pc:docMk/>
            <pc:sldMk cId="3912520735" sldId="260"/>
            <ac:cxnSpMk id="62" creationId="{9A9E1969-CA43-06FB-7907-1639CD0F3C1E}"/>
          </ac:cxnSpMkLst>
        </pc:cxnChg>
      </pc:sldChg>
      <pc:sldChg chg="modSp">
        <pc:chgData name="Jennifer Sanchez" userId="a9ea43383a0623c7" providerId="LiveId" clId="{EF1BFEBD-4C3C-4420-A86F-26E35245D45B}" dt="2026-10-08T23:19:30.193" v="12" actId="113"/>
        <pc:sldMkLst>
          <pc:docMk/>
          <pc:sldMk cId="1134208689" sldId="263"/>
        </pc:sldMkLst>
        <pc:graphicFrameChg chg="mod">
          <ac:chgData name="Jennifer Sanchez" userId="a9ea43383a0623c7" providerId="LiveId" clId="{EF1BFEBD-4C3C-4420-A86F-26E35245D45B}" dt="2026-10-08T23:19:30.193" v="12" actId="113"/>
          <ac:graphicFrameMkLst>
            <pc:docMk/>
            <pc:sldMk cId="1134208689" sldId="263"/>
            <ac:graphicFrameMk id="4" creationId="{796A37E4-1910-6565-D928-4564DAACC7C7}"/>
          </ac:graphicFrameMkLst>
        </pc:graphicFrameChg>
      </pc:sldChg>
      <pc:sldChg chg="modSp">
        <pc:chgData name="Jennifer Sanchez" userId="a9ea43383a0623c7" providerId="LiveId" clId="{EF1BFEBD-4C3C-4420-A86F-26E35245D45B}" dt="2026-10-08T23:36:57.185" v="13"/>
        <pc:sldMkLst>
          <pc:docMk/>
          <pc:sldMk cId="1168504653" sldId="264"/>
        </pc:sldMkLst>
        <pc:graphicFrameChg chg="mod">
          <ac:chgData name="Jennifer Sanchez" userId="a9ea43383a0623c7" providerId="LiveId" clId="{EF1BFEBD-4C3C-4420-A86F-26E35245D45B}" dt="2026-10-08T23:36:57.185" v="13"/>
          <ac:graphicFrameMkLst>
            <pc:docMk/>
            <pc:sldMk cId="1168504653" sldId="264"/>
            <ac:graphicFrameMk id="6" creationId="{53563302-B53A-3789-B8D0-BA41315FA049}"/>
          </ac:graphicFrameMkLst>
        </pc:graphicFrameChg>
      </pc:sldChg>
      <pc:sldChg chg="addSp modSp">
        <pc:chgData name="Jennifer Sanchez" userId="a9ea43383a0623c7" providerId="LiveId" clId="{EF1BFEBD-4C3C-4420-A86F-26E35245D45B}" dt="2026-10-08T23:45:39.987" v="16" actId="767"/>
        <pc:sldMkLst>
          <pc:docMk/>
          <pc:sldMk cId="2474565178" sldId="265"/>
        </pc:sldMkLst>
        <pc:spChg chg="add mod">
          <ac:chgData name="Jennifer Sanchez" userId="a9ea43383a0623c7" providerId="LiveId" clId="{EF1BFEBD-4C3C-4420-A86F-26E35245D45B}" dt="2026-10-08T23:45:37.530" v="15" actId="767"/>
          <ac:spMkLst>
            <pc:docMk/>
            <pc:sldMk cId="2474565178" sldId="265"/>
            <ac:spMk id="8" creationId="{0FD37F10-A378-F01E-CC8A-917D3700DBD1}"/>
          </ac:spMkLst>
        </pc:spChg>
        <pc:spChg chg="add mod">
          <ac:chgData name="Jennifer Sanchez" userId="a9ea43383a0623c7" providerId="LiveId" clId="{EF1BFEBD-4C3C-4420-A86F-26E35245D45B}" dt="2026-10-08T23:45:39.987" v="16" actId="767"/>
          <ac:spMkLst>
            <pc:docMk/>
            <pc:sldMk cId="2474565178" sldId="265"/>
            <ac:spMk id="9" creationId="{934BBE7B-4BEB-B247-12F3-C1548DAEECC2}"/>
          </ac:spMkLst>
        </pc:spChg>
        <pc:picChg chg="add mod">
          <ac:chgData name="Jennifer Sanchez" userId="a9ea43383a0623c7" providerId="LiveId" clId="{EF1BFEBD-4C3C-4420-A86F-26E35245D45B}" dt="2026-10-08T23:45:06.447" v="14" actId="931"/>
          <ac:picMkLst>
            <pc:docMk/>
            <pc:sldMk cId="2474565178" sldId="265"/>
            <ac:picMk id="7" creationId="{6B8C6242-BFFB-E27E-BF63-91A3C8429C00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0D8831-052C-4CCA-B737-869319240F55}" type="doc">
      <dgm:prSet loTypeId="urn:microsoft.com/office/officeart/2008/layout/CircleAccentTimeline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E95A5F7-9E06-4E04-A590-C0CFAC8B7306}">
      <dgm:prSet phldrT="[Text]" phldr="0"/>
      <dgm:spPr/>
      <dgm:t>
        <a:bodyPr/>
        <a:lstStyle/>
        <a:p>
          <a:r>
            <a:rPr lang="en-US"/>
            <a:t>M1 </a:t>
          </a:r>
        </a:p>
      </dgm:t>
    </dgm:pt>
    <dgm:pt modelId="{E56BD750-6236-4429-96C2-A3E9AD255326}" type="parTrans" cxnId="{51F013B6-7394-4424-B67E-57A08BFD3649}">
      <dgm:prSet/>
      <dgm:spPr/>
      <dgm:t>
        <a:bodyPr/>
        <a:lstStyle/>
        <a:p>
          <a:endParaRPr lang="en-US"/>
        </a:p>
      </dgm:t>
    </dgm:pt>
    <dgm:pt modelId="{F1BD0E87-BE90-47AC-94B3-C4D41D17798F}" type="sibTrans" cxnId="{51F013B6-7394-4424-B67E-57A08BFD3649}">
      <dgm:prSet/>
      <dgm:spPr/>
      <dgm:t>
        <a:bodyPr/>
        <a:lstStyle/>
        <a:p>
          <a:endParaRPr lang="en-US"/>
        </a:p>
      </dgm:t>
    </dgm:pt>
    <dgm:pt modelId="{7B858CDC-5A76-4C25-86CE-73A15907762F}">
      <dgm:prSet phldrT="[Text]" phldr="0"/>
      <dgm:spPr/>
      <dgm:t>
        <a:bodyPr/>
        <a:lstStyle/>
        <a:p>
          <a:r>
            <a:rPr lang="en-US" dirty="0"/>
            <a:t>Requirements Defined</a:t>
          </a:r>
        </a:p>
      </dgm:t>
    </dgm:pt>
    <dgm:pt modelId="{B6B98006-48F8-4694-B411-F38F437808B2}" type="parTrans" cxnId="{2377DFC5-8115-41E1-B8E7-CC63269BE01A}">
      <dgm:prSet/>
      <dgm:spPr/>
      <dgm:t>
        <a:bodyPr/>
        <a:lstStyle/>
        <a:p>
          <a:endParaRPr lang="en-US"/>
        </a:p>
      </dgm:t>
    </dgm:pt>
    <dgm:pt modelId="{30B7DFEE-5F2B-4B01-AAE1-9BDC5EE6B7BF}" type="sibTrans" cxnId="{2377DFC5-8115-41E1-B8E7-CC63269BE01A}">
      <dgm:prSet/>
      <dgm:spPr/>
      <dgm:t>
        <a:bodyPr/>
        <a:lstStyle/>
        <a:p>
          <a:endParaRPr lang="en-US"/>
        </a:p>
      </dgm:t>
    </dgm:pt>
    <dgm:pt modelId="{5E8B3685-78A7-4D2B-94F7-95CE01CF3EFC}">
      <dgm:prSet phldrT="[Text]" phldr="0"/>
      <dgm:spPr/>
      <dgm:t>
        <a:bodyPr/>
        <a:lstStyle/>
        <a:p>
          <a:r>
            <a:rPr lang="en-US" dirty="0"/>
            <a:t>Architecture Planned</a:t>
          </a:r>
        </a:p>
      </dgm:t>
    </dgm:pt>
    <dgm:pt modelId="{2A0D927E-EA07-4965-98E1-538F2D4A22F3}" type="parTrans" cxnId="{16232C25-2272-47F7-B475-96D90FE2174B}">
      <dgm:prSet/>
      <dgm:spPr/>
      <dgm:t>
        <a:bodyPr/>
        <a:lstStyle/>
        <a:p>
          <a:endParaRPr lang="en-US"/>
        </a:p>
      </dgm:t>
    </dgm:pt>
    <dgm:pt modelId="{3838CB5D-B64F-4714-B9BC-3240806B3EDD}" type="sibTrans" cxnId="{16232C25-2272-47F7-B475-96D90FE2174B}">
      <dgm:prSet/>
      <dgm:spPr/>
      <dgm:t>
        <a:bodyPr/>
        <a:lstStyle/>
        <a:p>
          <a:endParaRPr lang="en-US"/>
        </a:p>
      </dgm:t>
    </dgm:pt>
    <dgm:pt modelId="{65657905-F5FD-4327-BA1F-35EC94932926}">
      <dgm:prSet phldrT="[Text]" phldr="0"/>
      <dgm:spPr/>
      <dgm:t>
        <a:bodyPr/>
        <a:lstStyle/>
        <a:p>
          <a:r>
            <a:rPr lang="en-US" dirty="0"/>
            <a:t>M2- Phase 2 Complete</a:t>
          </a:r>
        </a:p>
      </dgm:t>
    </dgm:pt>
    <dgm:pt modelId="{4F1BA08C-9676-473F-A82E-9F51B859C5D4}" type="parTrans" cxnId="{D7096ACC-2C3D-42A2-9833-0E7B7B5885F2}">
      <dgm:prSet/>
      <dgm:spPr/>
      <dgm:t>
        <a:bodyPr/>
        <a:lstStyle/>
        <a:p>
          <a:endParaRPr lang="en-US"/>
        </a:p>
      </dgm:t>
    </dgm:pt>
    <dgm:pt modelId="{1B3E06FF-72A4-4943-B59E-54BFCFBC4C72}" type="sibTrans" cxnId="{D7096ACC-2C3D-42A2-9833-0E7B7B5885F2}">
      <dgm:prSet/>
      <dgm:spPr/>
      <dgm:t>
        <a:bodyPr/>
        <a:lstStyle/>
        <a:p>
          <a:endParaRPr lang="en-US"/>
        </a:p>
      </dgm:t>
    </dgm:pt>
    <dgm:pt modelId="{ACB56741-79EE-46B3-8B31-2B4BA77F8A25}">
      <dgm:prSet phldrT="[Text]" phldr="0"/>
      <dgm:spPr/>
      <dgm:t>
        <a:bodyPr/>
        <a:lstStyle/>
        <a:p>
          <a:r>
            <a:rPr lang="en-US" dirty="0"/>
            <a:t>Transition to </a:t>
          </a:r>
          <a:r>
            <a:rPr lang="en-US"/>
            <a:t>Phase 3</a:t>
          </a:r>
          <a:endParaRPr lang="en-US" dirty="0"/>
        </a:p>
      </dgm:t>
    </dgm:pt>
    <dgm:pt modelId="{CE181088-39D2-42B4-9895-AB6113B59D66}" type="parTrans" cxnId="{9C00E404-BB26-46D3-A6A7-AF421742B3E4}">
      <dgm:prSet/>
      <dgm:spPr/>
      <dgm:t>
        <a:bodyPr/>
        <a:lstStyle/>
        <a:p>
          <a:endParaRPr lang="en-US"/>
        </a:p>
      </dgm:t>
    </dgm:pt>
    <dgm:pt modelId="{EF09C80A-191A-4166-B3DD-5DD824F6591E}" type="sibTrans" cxnId="{9C00E404-BB26-46D3-A6A7-AF421742B3E4}">
      <dgm:prSet/>
      <dgm:spPr/>
      <dgm:t>
        <a:bodyPr/>
        <a:lstStyle/>
        <a:p>
          <a:endParaRPr lang="en-US"/>
        </a:p>
      </dgm:t>
    </dgm:pt>
    <dgm:pt modelId="{542D658F-A418-4B1A-A12A-7A58164B00BB}">
      <dgm:prSet phldrT="[Text]" phldr="0"/>
      <dgm:spPr/>
      <dgm:t>
        <a:bodyPr/>
        <a:lstStyle/>
        <a:p>
          <a:r>
            <a:rPr lang="en-US"/>
            <a:t>Database Structure Designed</a:t>
          </a:r>
          <a:endParaRPr lang="en-US" dirty="0"/>
        </a:p>
      </dgm:t>
    </dgm:pt>
    <dgm:pt modelId="{8595DF7C-C66C-459C-AD69-2F9304267952}" type="parTrans" cxnId="{D2A7EC00-10CA-4C44-B7B0-3B94BCFEF3B4}">
      <dgm:prSet/>
      <dgm:spPr/>
      <dgm:t>
        <a:bodyPr/>
        <a:lstStyle/>
        <a:p>
          <a:endParaRPr lang="en-US"/>
        </a:p>
      </dgm:t>
    </dgm:pt>
    <dgm:pt modelId="{D94D9F90-FDEE-409B-8812-3CAF4C75677E}" type="sibTrans" cxnId="{D2A7EC00-10CA-4C44-B7B0-3B94BCFEF3B4}">
      <dgm:prSet/>
      <dgm:spPr/>
      <dgm:t>
        <a:bodyPr/>
        <a:lstStyle/>
        <a:p>
          <a:endParaRPr lang="en-US"/>
        </a:p>
      </dgm:t>
    </dgm:pt>
    <dgm:pt modelId="{271D34C4-91AF-44D6-A3A2-C870CFFE47A3}">
      <dgm:prSet phldrT="[Text]" phldr="0"/>
      <dgm:spPr/>
      <dgm:t>
        <a:bodyPr/>
        <a:lstStyle/>
        <a:p>
          <a:r>
            <a:rPr lang="en-US" dirty="0"/>
            <a:t>User Roles &amp; Permissions Defined</a:t>
          </a:r>
        </a:p>
      </dgm:t>
    </dgm:pt>
    <dgm:pt modelId="{CB43A486-6103-4A1C-B1CA-A135FEDFA181}" type="parTrans" cxnId="{079F2F3A-74DC-4E67-8829-EEE6D8F0B02C}">
      <dgm:prSet/>
      <dgm:spPr/>
      <dgm:t>
        <a:bodyPr/>
        <a:lstStyle/>
        <a:p>
          <a:endParaRPr lang="en-US"/>
        </a:p>
      </dgm:t>
    </dgm:pt>
    <dgm:pt modelId="{70CA4311-4AC8-4E1E-8D1B-2462E9261096}" type="sibTrans" cxnId="{079F2F3A-74DC-4E67-8829-EEE6D8F0B02C}">
      <dgm:prSet/>
      <dgm:spPr/>
      <dgm:t>
        <a:bodyPr/>
        <a:lstStyle/>
        <a:p>
          <a:endParaRPr lang="en-US"/>
        </a:p>
      </dgm:t>
    </dgm:pt>
    <dgm:pt modelId="{315B6E9D-DAC3-418C-AB78-4ED43D627D9A}">
      <dgm:prSet phldrT="[Text]" phldr="0"/>
      <dgm:spPr/>
      <dgm:t>
        <a:bodyPr/>
        <a:lstStyle/>
        <a:p>
          <a:r>
            <a:rPr lang="en-US"/>
            <a:t>UI/User Paths Planned</a:t>
          </a:r>
          <a:endParaRPr lang="en-US" dirty="0"/>
        </a:p>
      </dgm:t>
    </dgm:pt>
    <dgm:pt modelId="{69A21089-9FAE-4D32-B598-AE831EECAE88}" type="parTrans" cxnId="{8DFE4425-4826-44EB-AF8B-408E2B3A05B9}">
      <dgm:prSet/>
      <dgm:spPr/>
      <dgm:t>
        <a:bodyPr/>
        <a:lstStyle/>
        <a:p>
          <a:endParaRPr lang="en-US"/>
        </a:p>
      </dgm:t>
    </dgm:pt>
    <dgm:pt modelId="{16235C44-F45F-47D6-918E-A0EA73ADEACD}" type="sibTrans" cxnId="{8DFE4425-4826-44EB-AF8B-408E2B3A05B9}">
      <dgm:prSet/>
      <dgm:spPr/>
      <dgm:t>
        <a:bodyPr/>
        <a:lstStyle/>
        <a:p>
          <a:endParaRPr lang="en-US"/>
        </a:p>
      </dgm:t>
    </dgm:pt>
    <dgm:pt modelId="{75F8F6F4-CC37-41D1-B4F6-4DC3901A4CF2}" type="pres">
      <dgm:prSet presAssocID="{6F0D8831-052C-4CCA-B737-869319240F55}" presName="Name0" presStyleCnt="0">
        <dgm:presLayoutVars>
          <dgm:dir/>
        </dgm:presLayoutVars>
      </dgm:prSet>
      <dgm:spPr/>
    </dgm:pt>
    <dgm:pt modelId="{795E1B2A-B872-438E-8A82-194AD791E6DD}" type="pres">
      <dgm:prSet presAssocID="{9E95A5F7-9E06-4E04-A590-C0CFAC8B7306}" presName="parComposite" presStyleCnt="0"/>
      <dgm:spPr/>
    </dgm:pt>
    <dgm:pt modelId="{1C225383-C8D1-48C9-A810-3CDCE5F031E5}" type="pres">
      <dgm:prSet presAssocID="{9E95A5F7-9E06-4E04-A590-C0CFAC8B7306}" presName="parBigCircle" presStyleLbl="node0" presStyleIdx="0" presStyleCnt="2"/>
      <dgm:spPr/>
    </dgm:pt>
    <dgm:pt modelId="{92CA7A9B-D3E9-48D1-B940-75947D73B5EA}" type="pres">
      <dgm:prSet presAssocID="{9E95A5F7-9E06-4E04-A590-C0CFAC8B7306}" presName="parTx" presStyleLbl="revTx" presStyleIdx="0" presStyleCnt="14"/>
      <dgm:spPr/>
    </dgm:pt>
    <dgm:pt modelId="{E064311A-6635-42CC-8DB5-9B99D8C70634}" type="pres">
      <dgm:prSet presAssocID="{9E95A5F7-9E06-4E04-A590-C0CFAC8B7306}" presName="bSpace" presStyleCnt="0"/>
      <dgm:spPr/>
    </dgm:pt>
    <dgm:pt modelId="{126C1D7B-5590-4884-AEB7-CE447959B99F}" type="pres">
      <dgm:prSet presAssocID="{9E95A5F7-9E06-4E04-A590-C0CFAC8B7306}" presName="parBackupNorm" presStyleCnt="0"/>
      <dgm:spPr/>
    </dgm:pt>
    <dgm:pt modelId="{E9501FC7-4250-467B-A8A9-B28F41FAEBE7}" type="pres">
      <dgm:prSet presAssocID="{F1BD0E87-BE90-47AC-94B3-C4D41D17798F}" presName="parSpace" presStyleCnt="0"/>
      <dgm:spPr/>
    </dgm:pt>
    <dgm:pt modelId="{A238CB5F-18B9-4D84-B9A8-526044119E4D}" type="pres">
      <dgm:prSet presAssocID="{7B858CDC-5A76-4C25-86CE-73A15907762F}" presName="desBackupLeftNorm" presStyleCnt="0"/>
      <dgm:spPr/>
    </dgm:pt>
    <dgm:pt modelId="{00653506-ED54-49D3-A664-1488D4277DC2}" type="pres">
      <dgm:prSet presAssocID="{7B858CDC-5A76-4C25-86CE-73A15907762F}" presName="desComposite" presStyleCnt="0"/>
      <dgm:spPr/>
    </dgm:pt>
    <dgm:pt modelId="{11B17C84-1A6B-4A60-A830-E285A3026B3B}" type="pres">
      <dgm:prSet presAssocID="{7B858CDC-5A76-4C25-86CE-73A15907762F}" presName="desCircle" presStyleLbl="node1" presStyleIdx="0" presStyleCnt="6"/>
      <dgm:spPr/>
    </dgm:pt>
    <dgm:pt modelId="{C927033D-0CE7-4099-A1C1-2E69DF42137D}" type="pres">
      <dgm:prSet presAssocID="{7B858CDC-5A76-4C25-86CE-73A15907762F}" presName="chTx" presStyleLbl="revTx" presStyleIdx="1" presStyleCnt="14"/>
      <dgm:spPr/>
    </dgm:pt>
    <dgm:pt modelId="{856EB955-199A-4F1B-8A6D-89E8583B16DA}" type="pres">
      <dgm:prSet presAssocID="{7B858CDC-5A76-4C25-86CE-73A15907762F}" presName="desTx" presStyleLbl="revTx" presStyleIdx="2" presStyleCnt="14">
        <dgm:presLayoutVars>
          <dgm:bulletEnabled val="1"/>
        </dgm:presLayoutVars>
      </dgm:prSet>
      <dgm:spPr/>
    </dgm:pt>
    <dgm:pt modelId="{A7E369F7-21DB-4711-978E-E6F1507E8AAB}" type="pres">
      <dgm:prSet presAssocID="{7B858CDC-5A76-4C25-86CE-73A15907762F}" presName="desBackupRightNorm" presStyleCnt="0"/>
      <dgm:spPr/>
    </dgm:pt>
    <dgm:pt modelId="{E87647C4-E02D-4DBE-9711-005D16D2514B}" type="pres">
      <dgm:prSet presAssocID="{30B7DFEE-5F2B-4B01-AAE1-9BDC5EE6B7BF}" presName="desSpace" presStyleCnt="0"/>
      <dgm:spPr/>
    </dgm:pt>
    <dgm:pt modelId="{0E2E85A6-C37B-415E-AE94-785ED2E84C15}" type="pres">
      <dgm:prSet presAssocID="{5E8B3685-78A7-4D2B-94F7-95CE01CF3EFC}" presName="desBackupLeftNorm" presStyleCnt="0"/>
      <dgm:spPr/>
    </dgm:pt>
    <dgm:pt modelId="{FAD45311-24F2-4F05-B298-FDD375FAF92C}" type="pres">
      <dgm:prSet presAssocID="{5E8B3685-78A7-4D2B-94F7-95CE01CF3EFC}" presName="desComposite" presStyleCnt="0"/>
      <dgm:spPr/>
    </dgm:pt>
    <dgm:pt modelId="{0A07F42A-EFFE-4260-9600-5ADBAA33E383}" type="pres">
      <dgm:prSet presAssocID="{5E8B3685-78A7-4D2B-94F7-95CE01CF3EFC}" presName="desCircle" presStyleLbl="node1" presStyleIdx="1" presStyleCnt="6"/>
      <dgm:spPr/>
    </dgm:pt>
    <dgm:pt modelId="{A768AC03-F45A-418E-835E-15EBD52801AC}" type="pres">
      <dgm:prSet presAssocID="{5E8B3685-78A7-4D2B-94F7-95CE01CF3EFC}" presName="chTx" presStyleLbl="revTx" presStyleIdx="3" presStyleCnt="14"/>
      <dgm:spPr/>
    </dgm:pt>
    <dgm:pt modelId="{7F5AAF37-DF18-48A4-B683-CAE568B2A93F}" type="pres">
      <dgm:prSet presAssocID="{5E8B3685-78A7-4D2B-94F7-95CE01CF3EFC}" presName="desTx" presStyleLbl="revTx" presStyleIdx="4" presStyleCnt="14">
        <dgm:presLayoutVars>
          <dgm:bulletEnabled val="1"/>
        </dgm:presLayoutVars>
      </dgm:prSet>
      <dgm:spPr/>
    </dgm:pt>
    <dgm:pt modelId="{20634B8B-0ADE-4CB9-BBD1-7AC290F8C998}" type="pres">
      <dgm:prSet presAssocID="{5E8B3685-78A7-4D2B-94F7-95CE01CF3EFC}" presName="desBackupRightNorm" presStyleCnt="0"/>
      <dgm:spPr/>
    </dgm:pt>
    <dgm:pt modelId="{AD6291FE-5947-4077-9352-49AD9F8810A1}" type="pres">
      <dgm:prSet presAssocID="{3838CB5D-B64F-4714-B9BC-3240806B3EDD}" presName="desSpace" presStyleCnt="0"/>
      <dgm:spPr/>
    </dgm:pt>
    <dgm:pt modelId="{FFB4DB95-3A3E-4EC4-AC05-417EAFC728BF}" type="pres">
      <dgm:prSet presAssocID="{542D658F-A418-4B1A-A12A-7A58164B00BB}" presName="desBackupLeftNorm" presStyleCnt="0"/>
      <dgm:spPr/>
    </dgm:pt>
    <dgm:pt modelId="{239AD7B0-78C2-48F5-A8D7-356633E1C0C0}" type="pres">
      <dgm:prSet presAssocID="{542D658F-A418-4B1A-A12A-7A58164B00BB}" presName="desComposite" presStyleCnt="0"/>
      <dgm:spPr/>
    </dgm:pt>
    <dgm:pt modelId="{E2677651-9BF6-49EF-B656-0DB220FEF9FE}" type="pres">
      <dgm:prSet presAssocID="{542D658F-A418-4B1A-A12A-7A58164B00BB}" presName="desCircle" presStyleLbl="node1" presStyleIdx="2" presStyleCnt="6"/>
      <dgm:spPr/>
    </dgm:pt>
    <dgm:pt modelId="{5C8EB799-9898-4BD3-9356-72C02A715367}" type="pres">
      <dgm:prSet presAssocID="{542D658F-A418-4B1A-A12A-7A58164B00BB}" presName="chTx" presStyleLbl="revTx" presStyleIdx="5" presStyleCnt="14"/>
      <dgm:spPr/>
    </dgm:pt>
    <dgm:pt modelId="{ABE0715A-5F27-4CA5-B6E1-721DB50FCD0D}" type="pres">
      <dgm:prSet presAssocID="{542D658F-A418-4B1A-A12A-7A58164B00BB}" presName="desTx" presStyleLbl="revTx" presStyleIdx="6" presStyleCnt="14">
        <dgm:presLayoutVars>
          <dgm:bulletEnabled val="1"/>
        </dgm:presLayoutVars>
      </dgm:prSet>
      <dgm:spPr/>
    </dgm:pt>
    <dgm:pt modelId="{E2E589E4-178E-4DE0-AC8A-A36B32CA90B4}" type="pres">
      <dgm:prSet presAssocID="{542D658F-A418-4B1A-A12A-7A58164B00BB}" presName="desBackupRightNorm" presStyleCnt="0"/>
      <dgm:spPr/>
    </dgm:pt>
    <dgm:pt modelId="{7E56E5CD-7CDF-41FE-BF5E-F26C153F2187}" type="pres">
      <dgm:prSet presAssocID="{D94D9F90-FDEE-409B-8812-3CAF4C75677E}" presName="desSpace" presStyleCnt="0"/>
      <dgm:spPr/>
    </dgm:pt>
    <dgm:pt modelId="{FEA25563-660A-49AC-8E61-05054B980A51}" type="pres">
      <dgm:prSet presAssocID="{271D34C4-91AF-44D6-A3A2-C870CFFE47A3}" presName="desBackupLeftNorm" presStyleCnt="0"/>
      <dgm:spPr/>
    </dgm:pt>
    <dgm:pt modelId="{EE489EC8-043D-4821-8663-D541BAA1C295}" type="pres">
      <dgm:prSet presAssocID="{271D34C4-91AF-44D6-A3A2-C870CFFE47A3}" presName="desComposite" presStyleCnt="0"/>
      <dgm:spPr/>
    </dgm:pt>
    <dgm:pt modelId="{2BB256DB-D510-4839-B359-486CF5FEAF98}" type="pres">
      <dgm:prSet presAssocID="{271D34C4-91AF-44D6-A3A2-C870CFFE47A3}" presName="desCircle" presStyleLbl="node1" presStyleIdx="3" presStyleCnt="6"/>
      <dgm:spPr/>
    </dgm:pt>
    <dgm:pt modelId="{F2D262CA-211C-494E-AA18-E3C97FD28513}" type="pres">
      <dgm:prSet presAssocID="{271D34C4-91AF-44D6-A3A2-C870CFFE47A3}" presName="chTx" presStyleLbl="revTx" presStyleIdx="7" presStyleCnt="14"/>
      <dgm:spPr/>
    </dgm:pt>
    <dgm:pt modelId="{E061BD13-7A76-4067-9416-CB7FE7266C24}" type="pres">
      <dgm:prSet presAssocID="{271D34C4-91AF-44D6-A3A2-C870CFFE47A3}" presName="desTx" presStyleLbl="revTx" presStyleIdx="8" presStyleCnt="14">
        <dgm:presLayoutVars>
          <dgm:bulletEnabled val="1"/>
        </dgm:presLayoutVars>
      </dgm:prSet>
      <dgm:spPr/>
    </dgm:pt>
    <dgm:pt modelId="{34E9779A-015B-4118-B91E-9B7DD176FDE6}" type="pres">
      <dgm:prSet presAssocID="{271D34C4-91AF-44D6-A3A2-C870CFFE47A3}" presName="desBackupRightNorm" presStyleCnt="0"/>
      <dgm:spPr/>
    </dgm:pt>
    <dgm:pt modelId="{26CAE58F-B3B3-4718-A8DE-89F52AED5D79}" type="pres">
      <dgm:prSet presAssocID="{70CA4311-4AC8-4E1E-8D1B-2462E9261096}" presName="desSpace" presStyleCnt="0"/>
      <dgm:spPr/>
    </dgm:pt>
    <dgm:pt modelId="{DD2C5A55-CF38-4D7F-8595-B4B0FD43E960}" type="pres">
      <dgm:prSet presAssocID="{315B6E9D-DAC3-418C-AB78-4ED43D627D9A}" presName="desBackupLeftNorm" presStyleCnt="0"/>
      <dgm:spPr/>
    </dgm:pt>
    <dgm:pt modelId="{0A3276A2-FC85-4A6F-88D0-BFA0919EE885}" type="pres">
      <dgm:prSet presAssocID="{315B6E9D-DAC3-418C-AB78-4ED43D627D9A}" presName="desComposite" presStyleCnt="0"/>
      <dgm:spPr/>
    </dgm:pt>
    <dgm:pt modelId="{D04B2AA0-C699-4684-9312-BFB04786238C}" type="pres">
      <dgm:prSet presAssocID="{315B6E9D-DAC3-418C-AB78-4ED43D627D9A}" presName="desCircle" presStyleLbl="node1" presStyleIdx="4" presStyleCnt="6"/>
      <dgm:spPr/>
    </dgm:pt>
    <dgm:pt modelId="{E5D507FB-0BF9-47A1-B484-C2F1B8D13173}" type="pres">
      <dgm:prSet presAssocID="{315B6E9D-DAC3-418C-AB78-4ED43D627D9A}" presName="chTx" presStyleLbl="revTx" presStyleIdx="9" presStyleCnt="14"/>
      <dgm:spPr/>
    </dgm:pt>
    <dgm:pt modelId="{702B14F7-C50A-44A9-8944-942AE27E4062}" type="pres">
      <dgm:prSet presAssocID="{315B6E9D-DAC3-418C-AB78-4ED43D627D9A}" presName="desTx" presStyleLbl="revTx" presStyleIdx="10" presStyleCnt="14">
        <dgm:presLayoutVars>
          <dgm:bulletEnabled val="1"/>
        </dgm:presLayoutVars>
      </dgm:prSet>
      <dgm:spPr/>
    </dgm:pt>
    <dgm:pt modelId="{D809E068-0B4F-4407-928B-0C7E8D27BEF6}" type="pres">
      <dgm:prSet presAssocID="{315B6E9D-DAC3-418C-AB78-4ED43D627D9A}" presName="desBackupRightNorm" presStyleCnt="0"/>
      <dgm:spPr/>
    </dgm:pt>
    <dgm:pt modelId="{3BC99C58-13FE-4829-97E7-44D80855BA51}" type="pres">
      <dgm:prSet presAssocID="{16235C44-F45F-47D6-918E-A0EA73ADEACD}" presName="desSpace" presStyleCnt="0"/>
      <dgm:spPr/>
    </dgm:pt>
    <dgm:pt modelId="{35CB1659-7543-4F2E-8BB3-EE93E979B4F6}" type="pres">
      <dgm:prSet presAssocID="{65657905-F5FD-4327-BA1F-35EC94932926}" presName="parComposite" presStyleCnt="0"/>
      <dgm:spPr/>
    </dgm:pt>
    <dgm:pt modelId="{717C7683-C4DA-4659-AF63-4B79BB9B7E7B}" type="pres">
      <dgm:prSet presAssocID="{65657905-F5FD-4327-BA1F-35EC94932926}" presName="parBigCircle" presStyleLbl="node0" presStyleIdx="1" presStyleCnt="2"/>
      <dgm:spPr/>
    </dgm:pt>
    <dgm:pt modelId="{B1F61B3B-083C-4821-B763-15462FB3F909}" type="pres">
      <dgm:prSet presAssocID="{65657905-F5FD-4327-BA1F-35EC94932926}" presName="parTx" presStyleLbl="revTx" presStyleIdx="11" presStyleCnt="14"/>
      <dgm:spPr/>
    </dgm:pt>
    <dgm:pt modelId="{26C88C03-028B-4A3F-BB7F-530823B69427}" type="pres">
      <dgm:prSet presAssocID="{65657905-F5FD-4327-BA1F-35EC94932926}" presName="bSpace" presStyleCnt="0"/>
      <dgm:spPr/>
    </dgm:pt>
    <dgm:pt modelId="{BB0453E1-7128-4865-930E-75B17F6329BE}" type="pres">
      <dgm:prSet presAssocID="{65657905-F5FD-4327-BA1F-35EC94932926}" presName="parBackupNorm" presStyleCnt="0"/>
      <dgm:spPr/>
    </dgm:pt>
    <dgm:pt modelId="{91A8CF89-B47E-4FED-9CA8-FF352E492CFB}" type="pres">
      <dgm:prSet presAssocID="{1B3E06FF-72A4-4943-B59E-54BFCFBC4C72}" presName="parSpace" presStyleCnt="0"/>
      <dgm:spPr/>
    </dgm:pt>
    <dgm:pt modelId="{E35DF31A-3C7D-4E72-BFE2-1968D8F0C0F5}" type="pres">
      <dgm:prSet presAssocID="{ACB56741-79EE-46B3-8B31-2B4BA77F8A25}" presName="desBackupLeftNorm" presStyleCnt="0"/>
      <dgm:spPr/>
    </dgm:pt>
    <dgm:pt modelId="{B10F1064-203E-4C85-A00E-23CB2FC04329}" type="pres">
      <dgm:prSet presAssocID="{ACB56741-79EE-46B3-8B31-2B4BA77F8A25}" presName="desComposite" presStyleCnt="0"/>
      <dgm:spPr/>
    </dgm:pt>
    <dgm:pt modelId="{7F1903EF-2837-4F62-8491-845D266C1382}" type="pres">
      <dgm:prSet presAssocID="{ACB56741-79EE-46B3-8B31-2B4BA77F8A25}" presName="desCircle" presStyleLbl="node1" presStyleIdx="5" presStyleCnt="6"/>
      <dgm:spPr/>
    </dgm:pt>
    <dgm:pt modelId="{DEAD07EB-1EAD-4177-B91E-1EEDEB140B8E}" type="pres">
      <dgm:prSet presAssocID="{ACB56741-79EE-46B3-8B31-2B4BA77F8A25}" presName="chTx" presStyleLbl="revTx" presStyleIdx="12" presStyleCnt="14"/>
      <dgm:spPr/>
    </dgm:pt>
    <dgm:pt modelId="{34D3EA37-34ED-4FE1-917E-D8409ED35FF0}" type="pres">
      <dgm:prSet presAssocID="{ACB56741-79EE-46B3-8B31-2B4BA77F8A25}" presName="desTx" presStyleLbl="revTx" presStyleIdx="13" presStyleCnt="14">
        <dgm:presLayoutVars>
          <dgm:bulletEnabled val="1"/>
        </dgm:presLayoutVars>
      </dgm:prSet>
      <dgm:spPr/>
    </dgm:pt>
    <dgm:pt modelId="{B56A3083-A5C5-42FE-B9CE-C8FA6592C554}" type="pres">
      <dgm:prSet presAssocID="{ACB56741-79EE-46B3-8B31-2B4BA77F8A25}" presName="desBackupRightNorm" presStyleCnt="0"/>
      <dgm:spPr/>
    </dgm:pt>
    <dgm:pt modelId="{AE1CA0AF-B649-4A13-86A4-741AE16C9AB0}" type="pres">
      <dgm:prSet presAssocID="{EF09C80A-191A-4166-B3DD-5DD824F6591E}" presName="desSpace" presStyleCnt="0"/>
      <dgm:spPr/>
    </dgm:pt>
  </dgm:ptLst>
  <dgm:cxnLst>
    <dgm:cxn modelId="{D2A7EC00-10CA-4C44-B7B0-3B94BCFEF3B4}" srcId="{9E95A5F7-9E06-4E04-A590-C0CFAC8B7306}" destId="{542D658F-A418-4B1A-A12A-7A58164B00BB}" srcOrd="2" destOrd="0" parTransId="{8595DF7C-C66C-459C-AD69-2F9304267952}" sibTransId="{D94D9F90-FDEE-409B-8812-3CAF4C75677E}"/>
    <dgm:cxn modelId="{18F53101-CB97-4049-8FBC-9D53972B9117}" type="presOf" srcId="{315B6E9D-DAC3-418C-AB78-4ED43D627D9A}" destId="{E5D507FB-0BF9-47A1-B484-C2F1B8D13173}" srcOrd="0" destOrd="0" presId="urn:microsoft.com/office/officeart/2008/layout/CircleAccentTimeline"/>
    <dgm:cxn modelId="{9C00E404-BB26-46D3-A6A7-AF421742B3E4}" srcId="{65657905-F5FD-4327-BA1F-35EC94932926}" destId="{ACB56741-79EE-46B3-8B31-2B4BA77F8A25}" srcOrd="0" destOrd="0" parTransId="{CE181088-39D2-42B4-9895-AB6113B59D66}" sibTransId="{EF09C80A-191A-4166-B3DD-5DD824F6591E}"/>
    <dgm:cxn modelId="{C3EC6D07-88CA-4CBE-8376-AB06D69B09F4}" type="presOf" srcId="{5E8B3685-78A7-4D2B-94F7-95CE01CF3EFC}" destId="{A768AC03-F45A-418E-835E-15EBD52801AC}" srcOrd="0" destOrd="0" presId="urn:microsoft.com/office/officeart/2008/layout/CircleAccentTimeline"/>
    <dgm:cxn modelId="{7186800C-3C8A-4790-A3E1-52669043F81F}" type="presOf" srcId="{7B858CDC-5A76-4C25-86CE-73A15907762F}" destId="{C927033D-0CE7-4099-A1C1-2E69DF42137D}" srcOrd="0" destOrd="0" presId="urn:microsoft.com/office/officeart/2008/layout/CircleAccentTimeline"/>
    <dgm:cxn modelId="{1B56A110-589F-433C-A659-FBBE07F44728}" type="presOf" srcId="{542D658F-A418-4B1A-A12A-7A58164B00BB}" destId="{5C8EB799-9898-4BD3-9356-72C02A715367}" srcOrd="0" destOrd="0" presId="urn:microsoft.com/office/officeart/2008/layout/CircleAccentTimeline"/>
    <dgm:cxn modelId="{16232C25-2272-47F7-B475-96D90FE2174B}" srcId="{9E95A5F7-9E06-4E04-A590-C0CFAC8B7306}" destId="{5E8B3685-78A7-4D2B-94F7-95CE01CF3EFC}" srcOrd="1" destOrd="0" parTransId="{2A0D927E-EA07-4965-98E1-538F2D4A22F3}" sibTransId="{3838CB5D-B64F-4714-B9BC-3240806B3EDD}"/>
    <dgm:cxn modelId="{8DFE4425-4826-44EB-AF8B-408E2B3A05B9}" srcId="{9E95A5F7-9E06-4E04-A590-C0CFAC8B7306}" destId="{315B6E9D-DAC3-418C-AB78-4ED43D627D9A}" srcOrd="4" destOrd="0" parTransId="{69A21089-9FAE-4D32-B598-AE831EECAE88}" sibTransId="{16235C44-F45F-47D6-918E-A0EA73ADEACD}"/>
    <dgm:cxn modelId="{1357FF2E-365C-4433-93EF-94F5B4BF0426}" type="presOf" srcId="{271D34C4-91AF-44D6-A3A2-C870CFFE47A3}" destId="{F2D262CA-211C-494E-AA18-E3C97FD28513}" srcOrd="0" destOrd="0" presId="urn:microsoft.com/office/officeart/2008/layout/CircleAccentTimeline"/>
    <dgm:cxn modelId="{079F2F3A-74DC-4E67-8829-EEE6D8F0B02C}" srcId="{9E95A5F7-9E06-4E04-A590-C0CFAC8B7306}" destId="{271D34C4-91AF-44D6-A3A2-C870CFFE47A3}" srcOrd="3" destOrd="0" parTransId="{CB43A486-6103-4A1C-B1CA-A135FEDFA181}" sibTransId="{70CA4311-4AC8-4E1E-8D1B-2462E9261096}"/>
    <dgm:cxn modelId="{C7197981-7FD6-45B9-BEEA-A68769398C1C}" type="presOf" srcId="{65657905-F5FD-4327-BA1F-35EC94932926}" destId="{B1F61B3B-083C-4821-B763-15462FB3F909}" srcOrd="0" destOrd="0" presId="urn:microsoft.com/office/officeart/2008/layout/CircleAccentTimeline"/>
    <dgm:cxn modelId="{182AA385-1F6F-4285-8141-63709A50EF20}" type="presOf" srcId="{9E95A5F7-9E06-4E04-A590-C0CFAC8B7306}" destId="{92CA7A9B-D3E9-48D1-B940-75947D73B5EA}" srcOrd="0" destOrd="0" presId="urn:microsoft.com/office/officeart/2008/layout/CircleAccentTimeline"/>
    <dgm:cxn modelId="{BC28D591-CC6E-4983-ABF7-FBF4847B0C1C}" type="presOf" srcId="{ACB56741-79EE-46B3-8B31-2B4BA77F8A25}" destId="{DEAD07EB-1EAD-4177-B91E-1EEDEB140B8E}" srcOrd="0" destOrd="0" presId="urn:microsoft.com/office/officeart/2008/layout/CircleAccentTimeline"/>
    <dgm:cxn modelId="{51F013B6-7394-4424-B67E-57A08BFD3649}" srcId="{6F0D8831-052C-4CCA-B737-869319240F55}" destId="{9E95A5F7-9E06-4E04-A590-C0CFAC8B7306}" srcOrd="0" destOrd="0" parTransId="{E56BD750-6236-4429-96C2-A3E9AD255326}" sibTransId="{F1BD0E87-BE90-47AC-94B3-C4D41D17798F}"/>
    <dgm:cxn modelId="{2377DFC5-8115-41E1-B8E7-CC63269BE01A}" srcId="{9E95A5F7-9E06-4E04-A590-C0CFAC8B7306}" destId="{7B858CDC-5A76-4C25-86CE-73A15907762F}" srcOrd="0" destOrd="0" parTransId="{B6B98006-48F8-4694-B411-F38F437808B2}" sibTransId="{30B7DFEE-5F2B-4B01-AAE1-9BDC5EE6B7BF}"/>
    <dgm:cxn modelId="{D7096ACC-2C3D-42A2-9833-0E7B7B5885F2}" srcId="{6F0D8831-052C-4CCA-B737-869319240F55}" destId="{65657905-F5FD-4327-BA1F-35EC94932926}" srcOrd="1" destOrd="0" parTransId="{4F1BA08C-9676-473F-A82E-9F51B859C5D4}" sibTransId="{1B3E06FF-72A4-4943-B59E-54BFCFBC4C72}"/>
    <dgm:cxn modelId="{31D7B7EE-A70F-4AFB-939E-7FA34DE7C6E2}" type="presOf" srcId="{6F0D8831-052C-4CCA-B737-869319240F55}" destId="{75F8F6F4-CC37-41D1-B4F6-4DC3901A4CF2}" srcOrd="0" destOrd="0" presId="urn:microsoft.com/office/officeart/2008/layout/CircleAccentTimeline"/>
    <dgm:cxn modelId="{D296B7B8-97FC-4E0E-A1F3-99A56991606D}" type="presParOf" srcId="{75F8F6F4-CC37-41D1-B4F6-4DC3901A4CF2}" destId="{795E1B2A-B872-438E-8A82-194AD791E6DD}" srcOrd="0" destOrd="0" presId="urn:microsoft.com/office/officeart/2008/layout/CircleAccentTimeline"/>
    <dgm:cxn modelId="{66C67CE6-783C-483E-8783-3950C060D44B}" type="presParOf" srcId="{795E1B2A-B872-438E-8A82-194AD791E6DD}" destId="{1C225383-C8D1-48C9-A810-3CDCE5F031E5}" srcOrd="0" destOrd="0" presId="urn:microsoft.com/office/officeart/2008/layout/CircleAccentTimeline"/>
    <dgm:cxn modelId="{4C23CD47-6C1C-474F-A51D-C02268EE5C85}" type="presParOf" srcId="{795E1B2A-B872-438E-8A82-194AD791E6DD}" destId="{92CA7A9B-D3E9-48D1-B940-75947D73B5EA}" srcOrd="1" destOrd="0" presId="urn:microsoft.com/office/officeart/2008/layout/CircleAccentTimeline"/>
    <dgm:cxn modelId="{0E08F1CC-7953-4E95-A266-D1E04B6B06BB}" type="presParOf" srcId="{795E1B2A-B872-438E-8A82-194AD791E6DD}" destId="{E064311A-6635-42CC-8DB5-9B99D8C70634}" srcOrd="2" destOrd="0" presId="urn:microsoft.com/office/officeart/2008/layout/CircleAccentTimeline"/>
    <dgm:cxn modelId="{11897510-B3DE-4BB6-B817-CC997BD9E879}" type="presParOf" srcId="{75F8F6F4-CC37-41D1-B4F6-4DC3901A4CF2}" destId="{126C1D7B-5590-4884-AEB7-CE447959B99F}" srcOrd="1" destOrd="0" presId="urn:microsoft.com/office/officeart/2008/layout/CircleAccentTimeline"/>
    <dgm:cxn modelId="{C27F383C-1395-44F2-890F-A98C29F2FF8E}" type="presParOf" srcId="{75F8F6F4-CC37-41D1-B4F6-4DC3901A4CF2}" destId="{E9501FC7-4250-467B-A8A9-B28F41FAEBE7}" srcOrd="2" destOrd="0" presId="urn:microsoft.com/office/officeart/2008/layout/CircleAccentTimeline"/>
    <dgm:cxn modelId="{BE3C698D-33FD-4E0D-898E-E51EBFC7FC7C}" type="presParOf" srcId="{75F8F6F4-CC37-41D1-B4F6-4DC3901A4CF2}" destId="{A238CB5F-18B9-4D84-B9A8-526044119E4D}" srcOrd="3" destOrd="0" presId="urn:microsoft.com/office/officeart/2008/layout/CircleAccentTimeline"/>
    <dgm:cxn modelId="{E8E103E7-07DA-4E8E-993D-DCBFC56B4790}" type="presParOf" srcId="{75F8F6F4-CC37-41D1-B4F6-4DC3901A4CF2}" destId="{00653506-ED54-49D3-A664-1488D4277DC2}" srcOrd="4" destOrd="0" presId="urn:microsoft.com/office/officeart/2008/layout/CircleAccentTimeline"/>
    <dgm:cxn modelId="{0C2E74DC-5074-4D8F-B85D-AF84FE8F2977}" type="presParOf" srcId="{00653506-ED54-49D3-A664-1488D4277DC2}" destId="{11B17C84-1A6B-4A60-A830-E285A3026B3B}" srcOrd="0" destOrd="0" presId="urn:microsoft.com/office/officeart/2008/layout/CircleAccentTimeline"/>
    <dgm:cxn modelId="{B664995B-BFBF-4284-95D5-A563A0AB2174}" type="presParOf" srcId="{00653506-ED54-49D3-A664-1488D4277DC2}" destId="{C927033D-0CE7-4099-A1C1-2E69DF42137D}" srcOrd="1" destOrd="0" presId="urn:microsoft.com/office/officeart/2008/layout/CircleAccentTimeline"/>
    <dgm:cxn modelId="{BC3B0027-9BF3-41BF-BEB9-7F41AAA20072}" type="presParOf" srcId="{00653506-ED54-49D3-A664-1488D4277DC2}" destId="{856EB955-199A-4F1B-8A6D-89E8583B16DA}" srcOrd="2" destOrd="0" presId="urn:microsoft.com/office/officeart/2008/layout/CircleAccentTimeline"/>
    <dgm:cxn modelId="{BBF3E12C-671F-4F27-9C51-B4318C79D8EF}" type="presParOf" srcId="{75F8F6F4-CC37-41D1-B4F6-4DC3901A4CF2}" destId="{A7E369F7-21DB-4711-978E-E6F1507E8AAB}" srcOrd="5" destOrd="0" presId="urn:microsoft.com/office/officeart/2008/layout/CircleAccentTimeline"/>
    <dgm:cxn modelId="{F2B284C8-CC7B-4E49-8EF7-E9E45FAEDF3A}" type="presParOf" srcId="{75F8F6F4-CC37-41D1-B4F6-4DC3901A4CF2}" destId="{E87647C4-E02D-4DBE-9711-005D16D2514B}" srcOrd="6" destOrd="0" presId="urn:microsoft.com/office/officeart/2008/layout/CircleAccentTimeline"/>
    <dgm:cxn modelId="{7D0638BC-FD57-4373-ABE5-A7F4E33BA3F3}" type="presParOf" srcId="{75F8F6F4-CC37-41D1-B4F6-4DC3901A4CF2}" destId="{0E2E85A6-C37B-415E-AE94-785ED2E84C15}" srcOrd="7" destOrd="0" presId="urn:microsoft.com/office/officeart/2008/layout/CircleAccentTimeline"/>
    <dgm:cxn modelId="{480FCEF4-C5B0-480C-BCBC-A255C6DC4E74}" type="presParOf" srcId="{75F8F6F4-CC37-41D1-B4F6-4DC3901A4CF2}" destId="{FAD45311-24F2-4F05-B298-FDD375FAF92C}" srcOrd="8" destOrd="0" presId="urn:microsoft.com/office/officeart/2008/layout/CircleAccentTimeline"/>
    <dgm:cxn modelId="{29E8EAEC-54D1-4958-908B-60FBDE71D55D}" type="presParOf" srcId="{FAD45311-24F2-4F05-B298-FDD375FAF92C}" destId="{0A07F42A-EFFE-4260-9600-5ADBAA33E383}" srcOrd="0" destOrd="0" presId="urn:microsoft.com/office/officeart/2008/layout/CircleAccentTimeline"/>
    <dgm:cxn modelId="{86D1B101-B443-43D0-8D44-45F09E3A7648}" type="presParOf" srcId="{FAD45311-24F2-4F05-B298-FDD375FAF92C}" destId="{A768AC03-F45A-418E-835E-15EBD52801AC}" srcOrd="1" destOrd="0" presId="urn:microsoft.com/office/officeart/2008/layout/CircleAccentTimeline"/>
    <dgm:cxn modelId="{6706792A-5B0F-470F-92C3-FBBCD457652E}" type="presParOf" srcId="{FAD45311-24F2-4F05-B298-FDD375FAF92C}" destId="{7F5AAF37-DF18-48A4-B683-CAE568B2A93F}" srcOrd="2" destOrd="0" presId="urn:microsoft.com/office/officeart/2008/layout/CircleAccentTimeline"/>
    <dgm:cxn modelId="{FEC13C92-ECCF-4F43-A992-1A227866179A}" type="presParOf" srcId="{75F8F6F4-CC37-41D1-B4F6-4DC3901A4CF2}" destId="{20634B8B-0ADE-4CB9-BBD1-7AC290F8C998}" srcOrd="9" destOrd="0" presId="urn:microsoft.com/office/officeart/2008/layout/CircleAccentTimeline"/>
    <dgm:cxn modelId="{501CB1E5-87B2-45F1-B069-4D5A29B266AB}" type="presParOf" srcId="{75F8F6F4-CC37-41D1-B4F6-4DC3901A4CF2}" destId="{AD6291FE-5947-4077-9352-49AD9F8810A1}" srcOrd="10" destOrd="0" presId="urn:microsoft.com/office/officeart/2008/layout/CircleAccentTimeline"/>
    <dgm:cxn modelId="{93F44C59-3577-4718-9939-BF1ACD632344}" type="presParOf" srcId="{75F8F6F4-CC37-41D1-B4F6-4DC3901A4CF2}" destId="{FFB4DB95-3A3E-4EC4-AC05-417EAFC728BF}" srcOrd="11" destOrd="0" presId="urn:microsoft.com/office/officeart/2008/layout/CircleAccentTimeline"/>
    <dgm:cxn modelId="{27FB1464-82B6-4C69-8412-3C8CB908911A}" type="presParOf" srcId="{75F8F6F4-CC37-41D1-B4F6-4DC3901A4CF2}" destId="{239AD7B0-78C2-48F5-A8D7-356633E1C0C0}" srcOrd="12" destOrd="0" presId="urn:microsoft.com/office/officeart/2008/layout/CircleAccentTimeline"/>
    <dgm:cxn modelId="{016666FD-FC5B-406F-A993-CB305C8326EF}" type="presParOf" srcId="{239AD7B0-78C2-48F5-A8D7-356633E1C0C0}" destId="{E2677651-9BF6-49EF-B656-0DB220FEF9FE}" srcOrd="0" destOrd="0" presId="urn:microsoft.com/office/officeart/2008/layout/CircleAccentTimeline"/>
    <dgm:cxn modelId="{630EE733-1432-43AA-949D-DC94E3F79C93}" type="presParOf" srcId="{239AD7B0-78C2-48F5-A8D7-356633E1C0C0}" destId="{5C8EB799-9898-4BD3-9356-72C02A715367}" srcOrd="1" destOrd="0" presId="urn:microsoft.com/office/officeart/2008/layout/CircleAccentTimeline"/>
    <dgm:cxn modelId="{455E885E-1DF1-4A6B-AB0C-18D159E442B4}" type="presParOf" srcId="{239AD7B0-78C2-48F5-A8D7-356633E1C0C0}" destId="{ABE0715A-5F27-4CA5-B6E1-721DB50FCD0D}" srcOrd="2" destOrd="0" presId="urn:microsoft.com/office/officeart/2008/layout/CircleAccentTimeline"/>
    <dgm:cxn modelId="{24646322-1186-4981-94B8-4207101537FC}" type="presParOf" srcId="{75F8F6F4-CC37-41D1-B4F6-4DC3901A4CF2}" destId="{E2E589E4-178E-4DE0-AC8A-A36B32CA90B4}" srcOrd="13" destOrd="0" presId="urn:microsoft.com/office/officeart/2008/layout/CircleAccentTimeline"/>
    <dgm:cxn modelId="{ECC3DDAB-8ADC-49C9-A532-792925DBB010}" type="presParOf" srcId="{75F8F6F4-CC37-41D1-B4F6-4DC3901A4CF2}" destId="{7E56E5CD-7CDF-41FE-BF5E-F26C153F2187}" srcOrd="14" destOrd="0" presId="urn:microsoft.com/office/officeart/2008/layout/CircleAccentTimeline"/>
    <dgm:cxn modelId="{1F4AE2C1-C118-4E47-B4B2-EBEC0BB57086}" type="presParOf" srcId="{75F8F6F4-CC37-41D1-B4F6-4DC3901A4CF2}" destId="{FEA25563-660A-49AC-8E61-05054B980A51}" srcOrd="15" destOrd="0" presId="urn:microsoft.com/office/officeart/2008/layout/CircleAccentTimeline"/>
    <dgm:cxn modelId="{E06CD541-B682-46AB-BEE8-70626C7CF3F5}" type="presParOf" srcId="{75F8F6F4-CC37-41D1-B4F6-4DC3901A4CF2}" destId="{EE489EC8-043D-4821-8663-D541BAA1C295}" srcOrd="16" destOrd="0" presId="urn:microsoft.com/office/officeart/2008/layout/CircleAccentTimeline"/>
    <dgm:cxn modelId="{9CFD1392-127A-41FF-8627-AD778950FEE2}" type="presParOf" srcId="{EE489EC8-043D-4821-8663-D541BAA1C295}" destId="{2BB256DB-D510-4839-B359-486CF5FEAF98}" srcOrd="0" destOrd="0" presId="urn:microsoft.com/office/officeart/2008/layout/CircleAccentTimeline"/>
    <dgm:cxn modelId="{3BE01068-75CB-4FC3-85FE-E2B4D245359F}" type="presParOf" srcId="{EE489EC8-043D-4821-8663-D541BAA1C295}" destId="{F2D262CA-211C-494E-AA18-E3C97FD28513}" srcOrd="1" destOrd="0" presId="urn:microsoft.com/office/officeart/2008/layout/CircleAccentTimeline"/>
    <dgm:cxn modelId="{5CF7A852-AA2B-4C69-8010-88984434B990}" type="presParOf" srcId="{EE489EC8-043D-4821-8663-D541BAA1C295}" destId="{E061BD13-7A76-4067-9416-CB7FE7266C24}" srcOrd="2" destOrd="0" presId="urn:microsoft.com/office/officeart/2008/layout/CircleAccentTimeline"/>
    <dgm:cxn modelId="{01D1381D-D527-471B-9C14-4113619F077E}" type="presParOf" srcId="{75F8F6F4-CC37-41D1-B4F6-4DC3901A4CF2}" destId="{34E9779A-015B-4118-B91E-9B7DD176FDE6}" srcOrd="17" destOrd="0" presId="urn:microsoft.com/office/officeart/2008/layout/CircleAccentTimeline"/>
    <dgm:cxn modelId="{7FDB0A65-7824-4D6A-8343-39C08F6355AB}" type="presParOf" srcId="{75F8F6F4-CC37-41D1-B4F6-4DC3901A4CF2}" destId="{26CAE58F-B3B3-4718-A8DE-89F52AED5D79}" srcOrd="18" destOrd="0" presId="urn:microsoft.com/office/officeart/2008/layout/CircleAccentTimeline"/>
    <dgm:cxn modelId="{38F87CFC-11D5-434F-9CE8-ADCDA6C9018F}" type="presParOf" srcId="{75F8F6F4-CC37-41D1-B4F6-4DC3901A4CF2}" destId="{DD2C5A55-CF38-4D7F-8595-B4B0FD43E960}" srcOrd="19" destOrd="0" presId="urn:microsoft.com/office/officeart/2008/layout/CircleAccentTimeline"/>
    <dgm:cxn modelId="{E71AFCFA-27E9-42F7-BCF4-0ED4BB12BF74}" type="presParOf" srcId="{75F8F6F4-CC37-41D1-B4F6-4DC3901A4CF2}" destId="{0A3276A2-FC85-4A6F-88D0-BFA0919EE885}" srcOrd="20" destOrd="0" presId="urn:microsoft.com/office/officeart/2008/layout/CircleAccentTimeline"/>
    <dgm:cxn modelId="{E765E743-0857-41E7-9F4A-25B5983937F6}" type="presParOf" srcId="{0A3276A2-FC85-4A6F-88D0-BFA0919EE885}" destId="{D04B2AA0-C699-4684-9312-BFB04786238C}" srcOrd="0" destOrd="0" presId="urn:microsoft.com/office/officeart/2008/layout/CircleAccentTimeline"/>
    <dgm:cxn modelId="{95C56EA6-A22B-49C2-9914-6AA1D8935B45}" type="presParOf" srcId="{0A3276A2-FC85-4A6F-88D0-BFA0919EE885}" destId="{E5D507FB-0BF9-47A1-B484-C2F1B8D13173}" srcOrd="1" destOrd="0" presId="urn:microsoft.com/office/officeart/2008/layout/CircleAccentTimeline"/>
    <dgm:cxn modelId="{61E217B3-58A6-4B49-B25C-293A1D1FA332}" type="presParOf" srcId="{0A3276A2-FC85-4A6F-88D0-BFA0919EE885}" destId="{702B14F7-C50A-44A9-8944-942AE27E4062}" srcOrd="2" destOrd="0" presId="urn:microsoft.com/office/officeart/2008/layout/CircleAccentTimeline"/>
    <dgm:cxn modelId="{503609FC-5AB0-4653-B658-FB45D07F744C}" type="presParOf" srcId="{75F8F6F4-CC37-41D1-B4F6-4DC3901A4CF2}" destId="{D809E068-0B4F-4407-928B-0C7E8D27BEF6}" srcOrd="21" destOrd="0" presId="urn:microsoft.com/office/officeart/2008/layout/CircleAccentTimeline"/>
    <dgm:cxn modelId="{54E85A5A-0C18-45E6-8090-27E99C784A9B}" type="presParOf" srcId="{75F8F6F4-CC37-41D1-B4F6-4DC3901A4CF2}" destId="{3BC99C58-13FE-4829-97E7-44D80855BA51}" srcOrd="22" destOrd="0" presId="urn:microsoft.com/office/officeart/2008/layout/CircleAccentTimeline"/>
    <dgm:cxn modelId="{862AD1F5-185C-4A2F-8293-A0C451989F37}" type="presParOf" srcId="{75F8F6F4-CC37-41D1-B4F6-4DC3901A4CF2}" destId="{35CB1659-7543-4F2E-8BB3-EE93E979B4F6}" srcOrd="23" destOrd="0" presId="urn:microsoft.com/office/officeart/2008/layout/CircleAccentTimeline"/>
    <dgm:cxn modelId="{D91DDFF8-2F7C-437E-BE88-FD7C14B64312}" type="presParOf" srcId="{35CB1659-7543-4F2E-8BB3-EE93E979B4F6}" destId="{717C7683-C4DA-4659-AF63-4B79BB9B7E7B}" srcOrd="0" destOrd="0" presId="urn:microsoft.com/office/officeart/2008/layout/CircleAccentTimeline"/>
    <dgm:cxn modelId="{36AC27D7-261E-4A8A-AC52-4ED064A92487}" type="presParOf" srcId="{35CB1659-7543-4F2E-8BB3-EE93E979B4F6}" destId="{B1F61B3B-083C-4821-B763-15462FB3F909}" srcOrd="1" destOrd="0" presId="urn:microsoft.com/office/officeart/2008/layout/CircleAccentTimeline"/>
    <dgm:cxn modelId="{30687E48-D66D-44AA-BC3D-E5497B5C06B4}" type="presParOf" srcId="{35CB1659-7543-4F2E-8BB3-EE93E979B4F6}" destId="{26C88C03-028B-4A3F-BB7F-530823B69427}" srcOrd="2" destOrd="0" presId="urn:microsoft.com/office/officeart/2008/layout/CircleAccentTimeline"/>
    <dgm:cxn modelId="{6C8CC750-B2FB-41F2-B052-BABB6733B23E}" type="presParOf" srcId="{75F8F6F4-CC37-41D1-B4F6-4DC3901A4CF2}" destId="{BB0453E1-7128-4865-930E-75B17F6329BE}" srcOrd="24" destOrd="0" presId="urn:microsoft.com/office/officeart/2008/layout/CircleAccentTimeline"/>
    <dgm:cxn modelId="{FFD94AEC-D129-47E5-A35D-56FA0E6DBFD6}" type="presParOf" srcId="{75F8F6F4-CC37-41D1-B4F6-4DC3901A4CF2}" destId="{91A8CF89-B47E-4FED-9CA8-FF352E492CFB}" srcOrd="25" destOrd="0" presId="urn:microsoft.com/office/officeart/2008/layout/CircleAccentTimeline"/>
    <dgm:cxn modelId="{93BA8098-6E95-4B7E-A5D9-4B6E3327FADC}" type="presParOf" srcId="{75F8F6F4-CC37-41D1-B4F6-4DC3901A4CF2}" destId="{E35DF31A-3C7D-4E72-BFE2-1968D8F0C0F5}" srcOrd="26" destOrd="0" presId="urn:microsoft.com/office/officeart/2008/layout/CircleAccentTimeline"/>
    <dgm:cxn modelId="{3B9504BA-C46E-4F3C-90D9-8741E1A07ED7}" type="presParOf" srcId="{75F8F6F4-CC37-41D1-B4F6-4DC3901A4CF2}" destId="{B10F1064-203E-4C85-A00E-23CB2FC04329}" srcOrd="27" destOrd="0" presId="urn:microsoft.com/office/officeart/2008/layout/CircleAccentTimeline"/>
    <dgm:cxn modelId="{F2AEA4F6-8695-4526-8563-E0EA1FB6EC44}" type="presParOf" srcId="{B10F1064-203E-4C85-A00E-23CB2FC04329}" destId="{7F1903EF-2837-4F62-8491-845D266C1382}" srcOrd="0" destOrd="0" presId="urn:microsoft.com/office/officeart/2008/layout/CircleAccentTimeline"/>
    <dgm:cxn modelId="{474AA4A7-6773-4B14-AF40-6CD3F7E89A76}" type="presParOf" srcId="{B10F1064-203E-4C85-A00E-23CB2FC04329}" destId="{DEAD07EB-1EAD-4177-B91E-1EEDEB140B8E}" srcOrd="1" destOrd="0" presId="urn:microsoft.com/office/officeart/2008/layout/CircleAccentTimeline"/>
    <dgm:cxn modelId="{A7962E13-E670-4B90-9491-D9412EA19C96}" type="presParOf" srcId="{B10F1064-203E-4C85-A00E-23CB2FC04329}" destId="{34D3EA37-34ED-4FE1-917E-D8409ED35FF0}" srcOrd="2" destOrd="0" presId="urn:microsoft.com/office/officeart/2008/layout/CircleAccentTimeline"/>
    <dgm:cxn modelId="{D0C0A68C-CA69-4443-A765-5BCC664EDF4D}" type="presParOf" srcId="{75F8F6F4-CC37-41D1-B4F6-4DC3901A4CF2}" destId="{B56A3083-A5C5-42FE-B9CE-C8FA6592C554}" srcOrd="28" destOrd="0" presId="urn:microsoft.com/office/officeart/2008/layout/CircleAccentTimeline"/>
    <dgm:cxn modelId="{F2942019-11BB-4E04-A139-88E75DF4CA0C}" type="presParOf" srcId="{75F8F6F4-CC37-41D1-B4F6-4DC3901A4CF2}" destId="{AE1CA0AF-B649-4A13-86A4-741AE16C9AB0}" srcOrd="29" destOrd="0" presId="urn:microsoft.com/office/officeart/2008/layout/CircleAccent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8159ABB-AC41-4713-8FF8-11170CB7E644}" type="doc">
      <dgm:prSet loTypeId="urn:microsoft.com/office/officeart/2005/8/layout/hList9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AD5BFA-BC48-49BE-96C1-2DC4DC129B7A}">
      <dgm:prSet phldrT="[Text]" phldr="0"/>
      <dgm:spPr/>
      <dgm:t>
        <a:bodyPr/>
        <a:lstStyle/>
        <a:p>
          <a:r>
            <a:rPr lang="en-US" b="1" dirty="0">
              <a:solidFill>
                <a:schemeClr val="bg1"/>
              </a:solidFill>
            </a:rPr>
            <a:t>Phase 1- Planning</a:t>
          </a:r>
        </a:p>
      </dgm:t>
    </dgm:pt>
    <dgm:pt modelId="{B121897C-C29A-41E7-B26B-62D107D6E7D2}" type="parTrans" cxnId="{871C4537-9537-41B9-ABB5-532E58E232EB}">
      <dgm:prSet/>
      <dgm:spPr/>
      <dgm:t>
        <a:bodyPr/>
        <a:lstStyle/>
        <a:p>
          <a:endParaRPr lang="en-US"/>
        </a:p>
      </dgm:t>
    </dgm:pt>
    <dgm:pt modelId="{B49647F3-B762-42F1-B9EF-82615C0307D2}" type="sibTrans" cxnId="{871C4537-9537-41B9-ABB5-532E58E232EB}">
      <dgm:prSet/>
      <dgm:spPr/>
      <dgm:t>
        <a:bodyPr/>
        <a:lstStyle/>
        <a:p>
          <a:endParaRPr lang="en-US"/>
        </a:p>
      </dgm:t>
    </dgm:pt>
    <dgm:pt modelId="{2AB14348-2499-42CF-AF59-55E36E14E178}">
      <dgm:prSet phldrT="[Text]" phldr="0"/>
      <dgm:spPr/>
      <dgm:t>
        <a:bodyPr/>
        <a:lstStyle/>
        <a:p>
          <a:r>
            <a:rPr lang="en-US" dirty="0"/>
            <a:t>Proposal, scope, WBS and schedule</a:t>
          </a:r>
        </a:p>
      </dgm:t>
    </dgm:pt>
    <dgm:pt modelId="{60ACD99D-DA10-497F-A78B-FF46C45EC2B3}" type="parTrans" cxnId="{E3EC5626-D6AA-4069-BF8D-CF38C71A1C7B}">
      <dgm:prSet/>
      <dgm:spPr/>
      <dgm:t>
        <a:bodyPr/>
        <a:lstStyle/>
        <a:p>
          <a:endParaRPr lang="en-US"/>
        </a:p>
      </dgm:t>
    </dgm:pt>
    <dgm:pt modelId="{89C0F9D3-BE47-4769-A60C-036538780DEC}" type="sibTrans" cxnId="{E3EC5626-D6AA-4069-BF8D-CF38C71A1C7B}">
      <dgm:prSet/>
      <dgm:spPr/>
      <dgm:t>
        <a:bodyPr/>
        <a:lstStyle/>
        <a:p>
          <a:endParaRPr lang="en-US"/>
        </a:p>
      </dgm:t>
    </dgm:pt>
    <dgm:pt modelId="{0DCF5AC4-ADFF-49E7-95BF-2BF34B4BB058}">
      <dgm:prSet phldrT="[Text]" phldr="0"/>
      <dgm:spPr/>
      <dgm:t>
        <a:bodyPr/>
        <a:lstStyle/>
        <a:p>
          <a:r>
            <a:rPr lang="en-US" dirty="0"/>
            <a:t>Complete</a:t>
          </a:r>
        </a:p>
      </dgm:t>
    </dgm:pt>
    <dgm:pt modelId="{25261BDC-7554-4105-9A15-237ACB670A41}" type="parTrans" cxnId="{8EFEEC09-55D9-4559-9D42-2EF32143AF32}">
      <dgm:prSet/>
      <dgm:spPr/>
      <dgm:t>
        <a:bodyPr/>
        <a:lstStyle/>
        <a:p>
          <a:endParaRPr lang="en-US"/>
        </a:p>
      </dgm:t>
    </dgm:pt>
    <dgm:pt modelId="{2452136F-E6F8-43AF-812D-337C99A5F1D2}" type="sibTrans" cxnId="{8EFEEC09-55D9-4559-9D42-2EF32143AF32}">
      <dgm:prSet/>
      <dgm:spPr/>
      <dgm:t>
        <a:bodyPr/>
        <a:lstStyle/>
        <a:p>
          <a:endParaRPr lang="en-US"/>
        </a:p>
      </dgm:t>
    </dgm:pt>
    <dgm:pt modelId="{D357BC0A-4575-44CD-A41C-261323B26C46}">
      <dgm:prSet phldrT="[Text]" phldr="0"/>
      <dgm:spPr/>
      <dgm:t>
        <a:bodyPr/>
        <a:lstStyle/>
        <a:p>
          <a:r>
            <a:rPr lang="en-US" b="1" dirty="0">
              <a:solidFill>
                <a:schemeClr val="bg1"/>
              </a:solidFill>
            </a:rPr>
            <a:t>Phase 2- Design</a:t>
          </a:r>
        </a:p>
      </dgm:t>
    </dgm:pt>
    <dgm:pt modelId="{528ED769-1EA2-4F49-BD3E-49CC83A9BDFA}" type="parTrans" cxnId="{CFAB1FC9-B9CD-4E10-BAAF-3C964C88AFBC}">
      <dgm:prSet/>
      <dgm:spPr/>
      <dgm:t>
        <a:bodyPr/>
        <a:lstStyle/>
        <a:p>
          <a:endParaRPr lang="en-US"/>
        </a:p>
      </dgm:t>
    </dgm:pt>
    <dgm:pt modelId="{D5E03943-A46E-4DC9-A321-6BEDFB2DA605}" type="sibTrans" cxnId="{CFAB1FC9-B9CD-4E10-BAAF-3C964C88AFBC}">
      <dgm:prSet/>
      <dgm:spPr/>
      <dgm:t>
        <a:bodyPr/>
        <a:lstStyle/>
        <a:p>
          <a:endParaRPr lang="en-US"/>
        </a:p>
      </dgm:t>
    </dgm:pt>
    <dgm:pt modelId="{9CE7D87A-D275-46C5-A7B5-61ECFF863A51}">
      <dgm:prSet phldrT="[Text]" phldr="0"/>
      <dgm:spPr/>
      <dgm:t>
        <a:bodyPr/>
        <a:lstStyle/>
        <a:p>
          <a:r>
            <a:rPr lang="en-US" dirty="0"/>
            <a:t>Requirements, architecture and workflows</a:t>
          </a:r>
        </a:p>
      </dgm:t>
    </dgm:pt>
    <dgm:pt modelId="{7C0F1166-96CF-48A2-A8C3-956743E99BAC}" type="parTrans" cxnId="{0504313B-B539-479D-88FD-EF980B6536E4}">
      <dgm:prSet/>
      <dgm:spPr/>
      <dgm:t>
        <a:bodyPr/>
        <a:lstStyle/>
        <a:p>
          <a:endParaRPr lang="en-US"/>
        </a:p>
      </dgm:t>
    </dgm:pt>
    <dgm:pt modelId="{C9DC58F0-98AA-4593-B709-10C380349F28}" type="sibTrans" cxnId="{0504313B-B539-479D-88FD-EF980B6536E4}">
      <dgm:prSet/>
      <dgm:spPr/>
      <dgm:t>
        <a:bodyPr/>
        <a:lstStyle/>
        <a:p>
          <a:endParaRPr lang="en-US"/>
        </a:p>
      </dgm:t>
    </dgm:pt>
    <dgm:pt modelId="{58F22EA7-68FA-4626-8F9A-F316DC78C3B5}">
      <dgm:prSet phldrT="[Text]" phldr="0"/>
      <dgm:spPr/>
      <dgm:t>
        <a:bodyPr/>
        <a:lstStyle/>
        <a:p>
          <a:r>
            <a:rPr lang="en-US" dirty="0"/>
            <a:t>Complete</a:t>
          </a:r>
        </a:p>
      </dgm:t>
    </dgm:pt>
    <dgm:pt modelId="{A9AF51A0-99D7-40DF-83B8-CF9632323CBC}" type="parTrans" cxnId="{D4D90C3A-EA15-4AC1-B0D6-28BC7F25AB7F}">
      <dgm:prSet/>
      <dgm:spPr/>
      <dgm:t>
        <a:bodyPr/>
        <a:lstStyle/>
        <a:p>
          <a:endParaRPr lang="en-US"/>
        </a:p>
      </dgm:t>
    </dgm:pt>
    <dgm:pt modelId="{E9EF1119-EEE9-4E51-A9B2-928FBAEBC790}" type="sibTrans" cxnId="{D4D90C3A-EA15-4AC1-B0D6-28BC7F25AB7F}">
      <dgm:prSet/>
      <dgm:spPr/>
      <dgm:t>
        <a:bodyPr/>
        <a:lstStyle/>
        <a:p>
          <a:endParaRPr lang="en-US"/>
        </a:p>
      </dgm:t>
    </dgm:pt>
    <dgm:pt modelId="{8E9951E0-7FBF-4A55-9ACF-E93C602A2EA4}">
      <dgm:prSet phldrT="[Text]" phldr="0"/>
      <dgm:spPr/>
      <dgm:t>
        <a:bodyPr/>
        <a:lstStyle/>
        <a:p>
          <a:r>
            <a:rPr lang="en-US" b="1" dirty="0">
              <a:solidFill>
                <a:schemeClr val="bg1"/>
              </a:solidFill>
            </a:rPr>
            <a:t>Phase 3- Development</a:t>
          </a:r>
        </a:p>
      </dgm:t>
    </dgm:pt>
    <dgm:pt modelId="{DA3AFBD4-7A94-4D98-9A63-0DFD1EA19326}" type="parTrans" cxnId="{2BD54FB4-C52D-4671-BC09-ED7BBCEAD13D}">
      <dgm:prSet/>
      <dgm:spPr/>
      <dgm:t>
        <a:bodyPr/>
        <a:lstStyle/>
        <a:p>
          <a:endParaRPr lang="en-US"/>
        </a:p>
      </dgm:t>
    </dgm:pt>
    <dgm:pt modelId="{1BDC174A-1EEE-421C-BFF2-05D15419811A}" type="sibTrans" cxnId="{2BD54FB4-C52D-4671-BC09-ED7BBCEAD13D}">
      <dgm:prSet/>
      <dgm:spPr/>
      <dgm:t>
        <a:bodyPr/>
        <a:lstStyle/>
        <a:p>
          <a:endParaRPr lang="en-US"/>
        </a:p>
      </dgm:t>
    </dgm:pt>
    <dgm:pt modelId="{F56F34EB-4C58-4750-B31B-230941B0DF4D}">
      <dgm:prSet phldrT="[Text]" phldr="0"/>
      <dgm:spPr/>
      <dgm:t>
        <a:bodyPr/>
        <a:lstStyle/>
        <a:p>
          <a:r>
            <a:rPr lang="en-US"/>
            <a:t>Build the core features and MVP</a:t>
          </a:r>
          <a:endParaRPr lang="en-US" dirty="0"/>
        </a:p>
      </dgm:t>
    </dgm:pt>
    <dgm:pt modelId="{6C73EC29-E530-4453-A056-1F9F6EB3FA9D}" type="parTrans" cxnId="{D88E2D4E-FF15-48B3-A340-C7BC1B77F3D3}">
      <dgm:prSet/>
      <dgm:spPr/>
      <dgm:t>
        <a:bodyPr/>
        <a:lstStyle/>
        <a:p>
          <a:endParaRPr lang="en-US"/>
        </a:p>
      </dgm:t>
    </dgm:pt>
    <dgm:pt modelId="{558BC29D-CA15-43A1-B867-8028E5CA12BA}" type="sibTrans" cxnId="{D88E2D4E-FF15-48B3-A340-C7BC1B77F3D3}">
      <dgm:prSet/>
      <dgm:spPr/>
      <dgm:t>
        <a:bodyPr/>
        <a:lstStyle/>
        <a:p>
          <a:endParaRPr lang="en-US"/>
        </a:p>
      </dgm:t>
    </dgm:pt>
    <dgm:pt modelId="{C0875471-A6EA-4CB6-A732-C2F36BF9A479}">
      <dgm:prSet phldrT="[Text]" phldr="0"/>
      <dgm:spPr/>
      <dgm:t>
        <a:bodyPr/>
        <a:lstStyle/>
        <a:p>
          <a:r>
            <a:rPr lang="en-US"/>
            <a:t>CURRENT PHASE</a:t>
          </a:r>
          <a:endParaRPr lang="en-US" dirty="0"/>
        </a:p>
      </dgm:t>
    </dgm:pt>
    <dgm:pt modelId="{E3BB050C-DAD0-4681-AB52-1E8B76D3D405}" type="parTrans" cxnId="{2AA6C6FC-8EB6-46BF-9719-F7780B1020BF}">
      <dgm:prSet/>
      <dgm:spPr/>
      <dgm:t>
        <a:bodyPr/>
        <a:lstStyle/>
        <a:p>
          <a:endParaRPr lang="en-US"/>
        </a:p>
      </dgm:t>
    </dgm:pt>
    <dgm:pt modelId="{0408798C-996A-40AB-A066-D845B154AC04}" type="sibTrans" cxnId="{2AA6C6FC-8EB6-46BF-9719-F7780B1020BF}">
      <dgm:prSet/>
      <dgm:spPr/>
      <dgm:t>
        <a:bodyPr/>
        <a:lstStyle/>
        <a:p>
          <a:endParaRPr lang="en-US"/>
        </a:p>
      </dgm:t>
    </dgm:pt>
    <dgm:pt modelId="{8AFE5A05-143E-4C19-BC5C-0D3BD05CF929}">
      <dgm:prSet phldrT="[Text]" phldr="0"/>
      <dgm:spPr/>
      <dgm:t>
        <a:bodyPr/>
        <a:lstStyle/>
        <a:p>
          <a:r>
            <a:rPr lang="en-US" b="1" dirty="0">
              <a:solidFill>
                <a:schemeClr val="bg1"/>
              </a:solidFill>
            </a:rPr>
            <a:t>Phase 4 – Integration &amp; Testing</a:t>
          </a:r>
        </a:p>
      </dgm:t>
    </dgm:pt>
    <dgm:pt modelId="{04220F8D-8AB4-4129-87A4-D5DCD0531F29}" type="parTrans" cxnId="{95238606-1AE7-42F8-BE90-1A7240BDEFA9}">
      <dgm:prSet/>
      <dgm:spPr/>
      <dgm:t>
        <a:bodyPr/>
        <a:lstStyle/>
        <a:p>
          <a:endParaRPr lang="en-US"/>
        </a:p>
      </dgm:t>
    </dgm:pt>
    <dgm:pt modelId="{9B218B73-BC99-4E06-953E-F97314AA1219}" type="sibTrans" cxnId="{95238606-1AE7-42F8-BE90-1A7240BDEFA9}">
      <dgm:prSet/>
      <dgm:spPr/>
      <dgm:t>
        <a:bodyPr/>
        <a:lstStyle/>
        <a:p>
          <a:endParaRPr lang="en-US"/>
        </a:p>
      </dgm:t>
    </dgm:pt>
    <dgm:pt modelId="{9F725640-AECB-4394-A880-5F69AE576D07}">
      <dgm:prSet phldrT="[Text]" phldr="0"/>
      <dgm:spPr/>
      <dgm:t>
        <a:bodyPr/>
        <a:lstStyle/>
        <a:p>
          <a:r>
            <a:rPr lang="en-US"/>
            <a:t>Connect components, find issues and test</a:t>
          </a:r>
          <a:endParaRPr lang="en-US" dirty="0"/>
        </a:p>
      </dgm:t>
    </dgm:pt>
    <dgm:pt modelId="{973491F2-8EB4-444A-BC0E-E82D83706AEF}" type="parTrans" cxnId="{429768CA-1DCC-46F5-BF8E-D73B67AFB155}">
      <dgm:prSet/>
      <dgm:spPr/>
      <dgm:t>
        <a:bodyPr/>
        <a:lstStyle/>
        <a:p>
          <a:endParaRPr lang="en-US"/>
        </a:p>
      </dgm:t>
    </dgm:pt>
    <dgm:pt modelId="{7B43D276-2168-47F7-AFF4-EB2DD5F422D2}" type="sibTrans" cxnId="{429768CA-1DCC-46F5-BF8E-D73B67AFB155}">
      <dgm:prSet/>
      <dgm:spPr/>
      <dgm:t>
        <a:bodyPr/>
        <a:lstStyle/>
        <a:p>
          <a:endParaRPr lang="en-US"/>
        </a:p>
      </dgm:t>
    </dgm:pt>
    <dgm:pt modelId="{AE8A2589-8508-4929-AE51-749D17B7CAD2}">
      <dgm:prSet phldrT="[Text]" phldr="0"/>
      <dgm:spPr/>
      <dgm:t>
        <a:bodyPr/>
        <a:lstStyle/>
        <a:p>
          <a:r>
            <a:rPr lang="en-US" b="1" dirty="0">
              <a:solidFill>
                <a:schemeClr val="bg1"/>
              </a:solidFill>
            </a:rPr>
            <a:t>Phase 5 – Delivery</a:t>
          </a:r>
        </a:p>
      </dgm:t>
    </dgm:pt>
    <dgm:pt modelId="{F568F781-51E0-4ED1-B27A-3CD762F4E42E}" type="parTrans" cxnId="{96511517-C181-45D9-AABC-5064116EE96A}">
      <dgm:prSet/>
      <dgm:spPr/>
      <dgm:t>
        <a:bodyPr/>
        <a:lstStyle/>
        <a:p>
          <a:endParaRPr lang="en-US"/>
        </a:p>
      </dgm:t>
    </dgm:pt>
    <dgm:pt modelId="{71826B16-10CE-4161-B1E5-72BFB00CEDD6}" type="sibTrans" cxnId="{96511517-C181-45D9-AABC-5064116EE96A}">
      <dgm:prSet/>
      <dgm:spPr/>
      <dgm:t>
        <a:bodyPr/>
        <a:lstStyle/>
        <a:p>
          <a:endParaRPr lang="en-US"/>
        </a:p>
      </dgm:t>
    </dgm:pt>
    <dgm:pt modelId="{351E5151-EC80-4C80-B944-23DD4FBA9807}">
      <dgm:prSet phldrT="[Text]" phldr="0"/>
      <dgm:spPr/>
      <dgm:t>
        <a:bodyPr/>
        <a:lstStyle/>
        <a:p>
          <a:r>
            <a:rPr lang="en-US"/>
            <a:t>Documentation, presentation and submission</a:t>
          </a:r>
          <a:endParaRPr lang="en-US" dirty="0"/>
        </a:p>
      </dgm:t>
    </dgm:pt>
    <dgm:pt modelId="{53CC050F-7BF0-4327-A84B-00D78428BA54}" type="parTrans" cxnId="{F628B108-5982-47CD-B324-6B9C76070FA0}">
      <dgm:prSet/>
      <dgm:spPr/>
      <dgm:t>
        <a:bodyPr/>
        <a:lstStyle/>
        <a:p>
          <a:endParaRPr lang="en-US"/>
        </a:p>
      </dgm:t>
    </dgm:pt>
    <dgm:pt modelId="{99B484FB-A736-42C7-A928-C7253D12136A}" type="sibTrans" cxnId="{F628B108-5982-47CD-B324-6B9C76070FA0}">
      <dgm:prSet/>
      <dgm:spPr/>
      <dgm:t>
        <a:bodyPr/>
        <a:lstStyle/>
        <a:p>
          <a:endParaRPr lang="en-US"/>
        </a:p>
      </dgm:t>
    </dgm:pt>
    <dgm:pt modelId="{ACDCA993-FD75-45B4-B3EE-33F705420A17}" type="pres">
      <dgm:prSet presAssocID="{D8159ABB-AC41-4713-8FF8-11170CB7E644}" presName="list" presStyleCnt="0">
        <dgm:presLayoutVars>
          <dgm:dir/>
          <dgm:animLvl val="lvl"/>
        </dgm:presLayoutVars>
      </dgm:prSet>
      <dgm:spPr/>
    </dgm:pt>
    <dgm:pt modelId="{2A6C1C2D-919B-481F-8120-7832CBB38DED}" type="pres">
      <dgm:prSet presAssocID="{ECAD5BFA-BC48-49BE-96C1-2DC4DC129B7A}" presName="posSpace" presStyleCnt="0"/>
      <dgm:spPr/>
    </dgm:pt>
    <dgm:pt modelId="{543BF770-DE40-4512-8B34-71252FE3B514}" type="pres">
      <dgm:prSet presAssocID="{ECAD5BFA-BC48-49BE-96C1-2DC4DC129B7A}" presName="vertFlow" presStyleCnt="0"/>
      <dgm:spPr/>
    </dgm:pt>
    <dgm:pt modelId="{A55D7F1A-B49A-4F85-9AA9-D944E1B69D2F}" type="pres">
      <dgm:prSet presAssocID="{ECAD5BFA-BC48-49BE-96C1-2DC4DC129B7A}" presName="topSpace" presStyleCnt="0"/>
      <dgm:spPr/>
    </dgm:pt>
    <dgm:pt modelId="{3A9A8F14-3532-4744-94E9-C33BB7F369DF}" type="pres">
      <dgm:prSet presAssocID="{ECAD5BFA-BC48-49BE-96C1-2DC4DC129B7A}" presName="firstComp" presStyleCnt="0"/>
      <dgm:spPr/>
    </dgm:pt>
    <dgm:pt modelId="{B8262130-1DDC-42FC-9D74-CE65E252F04B}" type="pres">
      <dgm:prSet presAssocID="{ECAD5BFA-BC48-49BE-96C1-2DC4DC129B7A}" presName="firstChild" presStyleLbl="bgAccFollowNode1" presStyleIdx="0" presStyleCnt="8"/>
      <dgm:spPr/>
    </dgm:pt>
    <dgm:pt modelId="{F792DF8A-0276-44DC-A876-5899BB2593F5}" type="pres">
      <dgm:prSet presAssocID="{ECAD5BFA-BC48-49BE-96C1-2DC4DC129B7A}" presName="firstChildTx" presStyleLbl="bgAccFollowNode1" presStyleIdx="0" presStyleCnt="8">
        <dgm:presLayoutVars>
          <dgm:bulletEnabled val="1"/>
        </dgm:presLayoutVars>
      </dgm:prSet>
      <dgm:spPr/>
    </dgm:pt>
    <dgm:pt modelId="{AE6F7B1B-DB08-49CF-8255-0247DB6CBEF8}" type="pres">
      <dgm:prSet presAssocID="{0DCF5AC4-ADFF-49E7-95BF-2BF34B4BB058}" presName="comp" presStyleCnt="0"/>
      <dgm:spPr/>
    </dgm:pt>
    <dgm:pt modelId="{972628CE-D4EA-4C05-9E80-A3CBB7488028}" type="pres">
      <dgm:prSet presAssocID="{0DCF5AC4-ADFF-49E7-95BF-2BF34B4BB058}" presName="child" presStyleLbl="bgAccFollowNode1" presStyleIdx="1" presStyleCnt="8"/>
      <dgm:spPr/>
    </dgm:pt>
    <dgm:pt modelId="{8DD059DC-F945-4303-AB27-5B1451FB382A}" type="pres">
      <dgm:prSet presAssocID="{0DCF5AC4-ADFF-49E7-95BF-2BF34B4BB058}" presName="childTx" presStyleLbl="bgAccFollowNode1" presStyleIdx="1" presStyleCnt="8">
        <dgm:presLayoutVars>
          <dgm:bulletEnabled val="1"/>
        </dgm:presLayoutVars>
      </dgm:prSet>
      <dgm:spPr/>
    </dgm:pt>
    <dgm:pt modelId="{033BD560-F0C6-452F-B676-6117F7668229}" type="pres">
      <dgm:prSet presAssocID="{ECAD5BFA-BC48-49BE-96C1-2DC4DC129B7A}" presName="negSpace" presStyleCnt="0"/>
      <dgm:spPr/>
    </dgm:pt>
    <dgm:pt modelId="{D1971BB9-64AC-405B-BA5C-2A6FABC3712E}" type="pres">
      <dgm:prSet presAssocID="{ECAD5BFA-BC48-49BE-96C1-2DC4DC129B7A}" presName="circle" presStyleLbl="node1" presStyleIdx="0" presStyleCnt="5"/>
      <dgm:spPr/>
    </dgm:pt>
    <dgm:pt modelId="{E8E1066F-EFB6-4D40-941E-80486D49C480}" type="pres">
      <dgm:prSet presAssocID="{B49647F3-B762-42F1-B9EF-82615C0307D2}" presName="transSpace" presStyleCnt="0"/>
      <dgm:spPr/>
    </dgm:pt>
    <dgm:pt modelId="{18E2EB3D-AAFB-4F5E-BA98-401BB1FD64DB}" type="pres">
      <dgm:prSet presAssocID="{D357BC0A-4575-44CD-A41C-261323B26C46}" presName="posSpace" presStyleCnt="0"/>
      <dgm:spPr/>
    </dgm:pt>
    <dgm:pt modelId="{014F02D7-CA17-428A-A4D3-56665A16F849}" type="pres">
      <dgm:prSet presAssocID="{D357BC0A-4575-44CD-A41C-261323B26C46}" presName="vertFlow" presStyleCnt="0"/>
      <dgm:spPr/>
    </dgm:pt>
    <dgm:pt modelId="{2A48F620-9A5D-4819-BBCF-AFE864AA822F}" type="pres">
      <dgm:prSet presAssocID="{D357BC0A-4575-44CD-A41C-261323B26C46}" presName="topSpace" presStyleCnt="0"/>
      <dgm:spPr/>
    </dgm:pt>
    <dgm:pt modelId="{B53604F2-D2BA-42FD-8F2A-93C7D58B394E}" type="pres">
      <dgm:prSet presAssocID="{D357BC0A-4575-44CD-A41C-261323B26C46}" presName="firstComp" presStyleCnt="0"/>
      <dgm:spPr/>
    </dgm:pt>
    <dgm:pt modelId="{D9C4FF0C-3FF3-4245-8127-29A8569080CE}" type="pres">
      <dgm:prSet presAssocID="{D357BC0A-4575-44CD-A41C-261323B26C46}" presName="firstChild" presStyleLbl="bgAccFollowNode1" presStyleIdx="2" presStyleCnt="8"/>
      <dgm:spPr/>
    </dgm:pt>
    <dgm:pt modelId="{ED11471A-6BC7-4030-BFD2-2109F65C55DD}" type="pres">
      <dgm:prSet presAssocID="{D357BC0A-4575-44CD-A41C-261323B26C46}" presName="firstChildTx" presStyleLbl="bgAccFollowNode1" presStyleIdx="2" presStyleCnt="8">
        <dgm:presLayoutVars>
          <dgm:bulletEnabled val="1"/>
        </dgm:presLayoutVars>
      </dgm:prSet>
      <dgm:spPr/>
    </dgm:pt>
    <dgm:pt modelId="{85EE5D13-26C9-415D-814F-E6460557FF6A}" type="pres">
      <dgm:prSet presAssocID="{58F22EA7-68FA-4626-8F9A-F316DC78C3B5}" presName="comp" presStyleCnt="0"/>
      <dgm:spPr/>
    </dgm:pt>
    <dgm:pt modelId="{19B17826-A366-402C-B68A-27B2545EAE97}" type="pres">
      <dgm:prSet presAssocID="{58F22EA7-68FA-4626-8F9A-F316DC78C3B5}" presName="child" presStyleLbl="bgAccFollowNode1" presStyleIdx="3" presStyleCnt="8"/>
      <dgm:spPr/>
    </dgm:pt>
    <dgm:pt modelId="{AB2C2A81-8E9B-4930-AD68-BCC41E4330B0}" type="pres">
      <dgm:prSet presAssocID="{58F22EA7-68FA-4626-8F9A-F316DC78C3B5}" presName="childTx" presStyleLbl="bgAccFollowNode1" presStyleIdx="3" presStyleCnt="8">
        <dgm:presLayoutVars>
          <dgm:bulletEnabled val="1"/>
        </dgm:presLayoutVars>
      </dgm:prSet>
      <dgm:spPr/>
    </dgm:pt>
    <dgm:pt modelId="{1F3179E8-E726-4A20-9AE0-463A95D159D2}" type="pres">
      <dgm:prSet presAssocID="{D357BC0A-4575-44CD-A41C-261323B26C46}" presName="negSpace" presStyleCnt="0"/>
      <dgm:spPr/>
    </dgm:pt>
    <dgm:pt modelId="{51A477F8-63EB-41C7-9F58-871B9FA46B86}" type="pres">
      <dgm:prSet presAssocID="{D357BC0A-4575-44CD-A41C-261323B26C46}" presName="circle" presStyleLbl="node1" presStyleIdx="1" presStyleCnt="5"/>
      <dgm:spPr/>
    </dgm:pt>
    <dgm:pt modelId="{E0507B04-988A-48CA-9A12-583FEB5BB857}" type="pres">
      <dgm:prSet presAssocID="{D5E03943-A46E-4DC9-A321-6BEDFB2DA605}" presName="transSpace" presStyleCnt="0"/>
      <dgm:spPr/>
    </dgm:pt>
    <dgm:pt modelId="{985BCECB-2B96-4797-ACFC-9905715A7318}" type="pres">
      <dgm:prSet presAssocID="{8E9951E0-7FBF-4A55-9ACF-E93C602A2EA4}" presName="posSpace" presStyleCnt="0"/>
      <dgm:spPr/>
    </dgm:pt>
    <dgm:pt modelId="{A1B9F99B-388F-420B-956D-E1E295788056}" type="pres">
      <dgm:prSet presAssocID="{8E9951E0-7FBF-4A55-9ACF-E93C602A2EA4}" presName="vertFlow" presStyleCnt="0"/>
      <dgm:spPr/>
    </dgm:pt>
    <dgm:pt modelId="{8675340D-37C8-4BAA-92FA-BBFA2EDEE50A}" type="pres">
      <dgm:prSet presAssocID="{8E9951E0-7FBF-4A55-9ACF-E93C602A2EA4}" presName="topSpace" presStyleCnt="0"/>
      <dgm:spPr/>
    </dgm:pt>
    <dgm:pt modelId="{EBDFEA28-61D5-4B48-9C64-5AB20C048862}" type="pres">
      <dgm:prSet presAssocID="{8E9951E0-7FBF-4A55-9ACF-E93C602A2EA4}" presName="firstComp" presStyleCnt="0"/>
      <dgm:spPr/>
    </dgm:pt>
    <dgm:pt modelId="{1BAEE5BF-1B70-4883-BA66-9E06206CA8BF}" type="pres">
      <dgm:prSet presAssocID="{8E9951E0-7FBF-4A55-9ACF-E93C602A2EA4}" presName="firstChild" presStyleLbl="bgAccFollowNode1" presStyleIdx="4" presStyleCnt="8"/>
      <dgm:spPr/>
    </dgm:pt>
    <dgm:pt modelId="{12104C29-9477-4379-A9CA-C4CB91B75AD7}" type="pres">
      <dgm:prSet presAssocID="{8E9951E0-7FBF-4A55-9ACF-E93C602A2EA4}" presName="firstChildTx" presStyleLbl="bgAccFollowNode1" presStyleIdx="4" presStyleCnt="8">
        <dgm:presLayoutVars>
          <dgm:bulletEnabled val="1"/>
        </dgm:presLayoutVars>
      </dgm:prSet>
      <dgm:spPr/>
    </dgm:pt>
    <dgm:pt modelId="{47FA80C7-CD3D-40CA-9279-E187C7D4BBA2}" type="pres">
      <dgm:prSet presAssocID="{C0875471-A6EA-4CB6-A732-C2F36BF9A479}" presName="comp" presStyleCnt="0"/>
      <dgm:spPr/>
    </dgm:pt>
    <dgm:pt modelId="{CD2B42AA-96F1-48C4-A231-0AAB79AAE2E6}" type="pres">
      <dgm:prSet presAssocID="{C0875471-A6EA-4CB6-A732-C2F36BF9A479}" presName="child" presStyleLbl="bgAccFollowNode1" presStyleIdx="5" presStyleCnt="8"/>
      <dgm:spPr/>
    </dgm:pt>
    <dgm:pt modelId="{80FEE91E-C641-4AED-9DD3-BBAF8FDFD58A}" type="pres">
      <dgm:prSet presAssocID="{C0875471-A6EA-4CB6-A732-C2F36BF9A479}" presName="childTx" presStyleLbl="bgAccFollowNode1" presStyleIdx="5" presStyleCnt="8">
        <dgm:presLayoutVars>
          <dgm:bulletEnabled val="1"/>
        </dgm:presLayoutVars>
      </dgm:prSet>
      <dgm:spPr/>
    </dgm:pt>
    <dgm:pt modelId="{6FA82D85-2040-4222-B500-5BFA9485F77C}" type="pres">
      <dgm:prSet presAssocID="{8E9951E0-7FBF-4A55-9ACF-E93C602A2EA4}" presName="negSpace" presStyleCnt="0"/>
      <dgm:spPr/>
    </dgm:pt>
    <dgm:pt modelId="{5F16BD86-1FBF-4B30-BDE7-D72C878DBF6D}" type="pres">
      <dgm:prSet presAssocID="{8E9951E0-7FBF-4A55-9ACF-E93C602A2EA4}" presName="circle" presStyleLbl="node1" presStyleIdx="2" presStyleCnt="5"/>
      <dgm:spPr/>
    </dgm:pt>
    <dgm:pt modelId="{BDBC3386-DBB0-40E8-AA85-AECB12D43444}" type="pres">
      <dgm:prSet presAssocID="{1BDC174A-1EEE-421C-BFF2-05D15419811A}" presName="transSpace" presStyleCnt="0"/>
      <dgm:spPr/>
    </dgm:pt>
    <dgm:pt modelId="{FE44948F-9083-41B6-B9FA-72EC63D8BC87}" type="pres">
      <dgm:prSet presAssocID="{8AFE5A05-143E-4C19-BC5C-0D3BD05CF929}" presName="posSpace" presStyleCnt="0"/>
      <dgm:spPr/>
    </dgm:pt>
    <dgm:pt modelId="{002B208D-F67E-4BDB-859C-95EA9EAB935B}" type="pres">
      <dgm:prSet presAssocID="{8AFE5A05-143E-4C19-BC5C-0D3BD05CF929}" presName="vertFlow" presStyleCnt="0"/>
      <dgm:spPr/>
    </dgm:pt>
    <dgm:pt modelId="{F3BF4648-EE73-476B-9EC3-0E4A88DEE7AB}" type="pres">
      <dgm:prSet presAssocID="{8AFE5A05-143E-4C19-BC5C-0D3BD05CF929}" presName="topSpace" presStyleCnt="0"/>
      <dgm:spPr/>
    </dgm:pt>
    <dgm:pt modelId="{43564B10-F706-4979-8F9C-3E5F4CE6A665}" type="pres">
      <dgm:prSet presAssocID="{8AFE5A05-143E-4C19-BC5C-0D3BD05CF929}" presName="firstComp" presStyleCnt="0"/>
      <dgm:spPr/>
    </dgm:pt>
    <dgm:pt modelId="{8D2EC0A7-DFA4-488B-A8E5-D25AAE75D164}" type="pres">
      <dgm:prSet presAssocID="{8AFE5A05-143E-4C19-BC5C-0D3BD05CF929}" presName="firstChild" presStyleLbl="bgAccFollowNode1" presStyleIdx="6" presStyleCnt="8"/>
      <dgm:spPr/>
    </dgm:pt>
    <dgm:pt modelId="{89D1D6DB-CEDC-48D8-BBEE-327920378A0D}" type="pres">
      <dgm:prSet presAssocID="{8AFE5A05-143E-4C19-BC5C-0D3BD05CF929}" presName="firstChildTx" presStyleLbl="bgAccFollowNode1" presStyleIdx="6" presStyleCnt="8">
        <dgm:presLayoutVars>
          <dgm:bulletEnabled val="1"/>
        </dgm:presLayoutVars>
      </dgm:prSet>
      <dgm:spPr/>
    </dgm:pt>
    <dgm:pt modelId="{CC26F5BD-4496-4BD3-B341-CA74FE56AF4F}" type="pres">
      <dgm:prSet presAssocID="{8AFE5A05-143E-4C19-BC5C-0D3BD05CF929}" presName="negSpace" presStyleCnt="0"/>
      <dgm:spPr/>
    </dgm:pt>
    <dgm:pt modelId="{D2B8F3EB-C68A-457E-8BF4-7AD06E83E1D8}" type="pres">
      <dgm:prSet presAssocID="{8AFE5A05-143E-4C19-BC5C-0D3BD05CF929}" presName="circle" presStyleLbl="node1" presStyleIdx="3" presStyleCnt="5"/>
      <dgm:spPr/>
    </dgm:pt>
    <dgm:pt modelId="{79D5273B-B910-482F-842E-CE0E36A34640}" type="pres">
      <dgm:prSet presAssocID="{9B218B73-BC99-4E06-953E-F97314AA1219}" presName="transSpace" presStyleCnt="0"/>
      <dgm:spPr/>
    </dgm:pt>
    <dgm:pt modelId="{C8221657-A169-4BD8-8DF8-C4E7D488E198}" type="pres">
      <dgm:prSet presAssocID="{AE8A2589-8508-4929-AE51-749D17B7CAD2}" presName="posSpace" presStyleCnt="0"/>
      <dgm:spPr/>
    </dgm:pt>
    <dgm:pt modelId="{AC43FFA7-E5D7-4854-94FB-7FED905B86B5}" type="pres">
      <dgm:prSet presAssocID="{AE8A2589-8508-4929-AE51-749D17B7CAD2}" presName="vertFlow" presStyleCnt="0"/>
      <dgm:spPr/>
    </dgm:pt>
    <dgm:pt modelId="{5DB839CA-9916-4377-BA7B-4513728B5142}" type="pres">
      <dgm:prSet presAssocID="{AE8A2589-8508-4929-AE51-749D17B7CAD2}" presName="topSpace" presStyleCnt="0"/>
      <dgm:spPr/>
    </dgm:pt>
    <dgm:pt modelId="{1EC6B5EA-C34B-423F-9E1E-C8E9F2AD4087}" type="pres">
      <dgm:prSet presAssocID="{AE8A2589-8508-4929-AE51-749D17B7CAD2}" presName="firstComp" presStyleCnt="0"/>
      <dgm:spPr/>
    </dgm:pt>
    <dgm:pt modelId="{3B381EE5-2C6C-42AA-8C29-946E289EB98A}" type="pres">
      <dgm:prSet presAssocID="{AE8A2589-8508-4929-AE51-749D17B7CAD2}" presName="firstChild" presStyleLbl="bgAccFollowNode1" presStyleIdx="7" presStyleCnt="8"/>
      <dgm:spPr/>
    </dgm:pt>
    <dgm:pt modelId="{24255784-4D69-46CF-BF50-8A97B3F4DB96}" type="pres">
      <dgm:prSet presAssocID="{AE8A2589-8508-4929-AE51-749D17B7CAD2}" presName="firstChildTx" presStyleLbl="bgAccFollowNode1" presStyleIdx="7" presStyleCnt="8">
        <dgm:presLayoutVars>
          <dgm:bulletEnabled val="1"/>
        </dgm:presLayoutVars>
      </dgm:prSet>
      <dgm:spPr/>
    </dgm:pt>
    <dgm:pt modelId="{43E7B50C-55A6-4345-8FEE-AF85D5A2A3F4}" type="pres">
      <dgm:prSet presAssocID="{AE8A2589-8508-4929-AE51-749D17B7CAD2}" presName="negSpace" presStyleCnt="0"/>
      <dgm:spPr/>
    </dgm:pt>
    <dgm:pt modelId="{B493CE3B-7C9A-4193-8FC7-955F176B5B74}" type="pres">
      <dgm:prSet presAssocID="{AE8A2589-8508-4929-AE51-749D17B7CAD2}" presName="circle" presStyleLbl="node1" presStyleIdx="4" presStyleCnt="5"/>
      <dgm:spPr/>
    </dgm:pt>
  </dgm:ptLst>
  <dgm:cxnLst>
    <dgm:cxn modelId="{95238606-1AE7-42F8-BE90-1A7240BDEFA9}" srcId="{D8159ABB-AC41-4713-8FF8-11170CB7E644}" destId="{8AFE5A05-143E-4C19-BC5C-0D3BD05CF929}" srcOrd="3" destOrd="0" parTransId="{04220F8D-8AB4-4129-87A4-D5DCD0531F29}" sibTransId="{9B218B73-BC99-4E06-953E-F97314AA1219}"/>
    <dgm:cxn modelId="{F628B108-5982-47CD-B324-6B9C76070FA0}" srcId="{AE8A2589-8508-4929-AE51-749D17B7CAD2}" destId="{351E5151-EC80-4C80-B944-23DD4FBA9807}" srcOrd="0" destOrd="0" parTransId="{53CC050F-7BF0-4327-A84B-00D78428BA54}" sibTransId="{99B484FB-A736-42C7-A928-C7253D12136A}"/>
    <dgm:cxn modelId="{8EFEEC09-55D9-4559-9D42-2EF32143AF32}" srcId="{ECAD5BFA-BC48-49BE-96C1-2DC4DC129B7A}" destId="{0DCF5AC4-ADFF-49E7-95BF-2BF34B4BB058}" srcOrd="1" destOrd="0" parTransId="{25261BDC-7554-4105-9A15-237ACB670A41}" sibTransId="{2452136F-E6F8-43AF-812D-337C99A5F1D2}"/>
    <dgm:cxn modelId="{96511517-C181-45D9-AABC-5064116EE96A}" srcId="{D8159ABB-AC41-4713-8FF8-11170CB7E644}" destId="{AE8A2589-8508-4929-AE51-749D17B7CAD2}" srcOrd="4" destOrd="0" parTransId="{F568F781-51E0-4ED1-B27A-3CD762F4E42E}" sibTransId="{71826B16-10CE-4161-B1E5-72BFB00CEDD6}"/>
    <dgm:cxn modelId="{E3EC5626-D6AA-4069-BF8D-CF38C71A1C7B}" srcId="{ECAD5BFA-BC48-49BE-96C1-2DC4DC129B7A}" destId="{2AB14348-2499-42CF-AF59-55E36E14E178}" srcOrd="0" destOrd="0" parTransId="{60ACD99D-DA10-497F-A78B-FF46C45EC2B3}" sibTransId="{89C0F9D3-BE47-4769-A60C-036538780DEC}"/>
    <dgm:cxn modelId="{AE267C26-F7AE-49E4-B72E-82D38FFE6984}" type="presOf" srcId="{58F22EA7-68FA-4626-8F9A-F316DC78C3B5}" destId="{19B17826-A366-402C-B68A-27B2545EAE97}" srcOrd="0" destOrd="0" presId="urn:microsoft.com/office/officeart/2005/8/layout/hList9"/>
    <dgm:cxn modelId="{A1A08228-B9A1-4CB5-BA76-560F999A8F20}" type="presOf" srcId="{351E5151-EC80-4C80-B944-23DD4FBA9807}" destId="{24255784-4D69-46CF-BF50-8A97B3F4DB96}" srcOrd="1" destOrd="0" presId="urn:microsoft.com/office/officeart/2005/8/layout/hList9"/>
    <dgm:cxn modelId="{3BA3E12C-89F9-412C-BED1-D0E64253CE52}" type="presOf" srcId="{9CE7D87A-D275-46C5-A7B5-61ECFF863A51}" destId="{D9C4FF0C-3FF3-4245-8127-29A8569080CE}" srcOrd="0" destOrd="0" presId="urn:microsoft.com/office/officeart/2005/8/layout/hList9"/>
    <dgm:cxn modelId="{B0EADC2F-9C29-4588-B6CB-0812C73A835A}" type="presOf" srcId="{9F725640-AECB-4394-A880-5F69AE576D07}" destId="{89D1D6DB-CEDC-48D8-BBEE-327920378A0D}" srcOrd="1" destOrd="0" presId="urn:microsoft.com/office/officeart/2005/8/layout/hList9"/>
    <dgm:cxn modelId="{754F8136-817A-43AA-8A32-AD5A9BF8A285}" type="presOf" srcId="{351E5151-EC80-4C80-B944-23DD4FBA9807}" destId="{3B381EE5-2C6C-42AA-8C29-946E289EB98A}" srcOrd="0" destOrd="0" presId="urn:microsoft.com/office/officeart/2005/8/layout/hList9"/>
    <dgm:cxn modelId="{871C4537-9537-41B9-ABB5-532E58E232EB}" srcId="{D8159ABB-AC41-4713-8FF8-11170CB7E644}" destId="{ECAD5BFA-BC48-49BE-96C1-2DC4DC129B7A}" srcOrd="0" destOrd="0" parTransId="{B121897C-C29A-41E7-B26B-62D107D6E7D2}" sibTransId="{B49647F3-B762-42F1-B9EF-82615C0307D2}"/>
    <dgm:cxn modelId="{9943B039-223C-48CC-BFF7-66C2496BF186}" type="presOf" srcId="{8E9951E0-7FBF-4A55-9ACF-E93C602A2EA4}" destId="{5F16BD86-1FBF-4B30-BDE7-D72C878DBF6D}" srcOrd="0" destOrd="0" presId="urn:microsoft.com/office/officeart/2005/8/layout/hList9"/>
    <dgm:cxn modelId="{D4D90C3A-EA15-4AC1-B0D6-28BC7F25AB7F}" srcId="{D357BC0A-4575-44CD-A41C-261323B26C46}" destId="{58F22EA7-68FA-4626-8F9A-F316DC78C3B5}" srcOrd="1" destOrd="0" parTransId="{A9AF51A0-99D7-40DF-83B8-CF9632323CBC}" sibTransId="{E9EF1119-EEE9-4E51-A9B2-928FBAEBC790}"/>
    <dgm:cxn modelId="{0504313B-B539-479D-88FD-EF980B6536E4}" srcId="{D357BC0A-4575-44CD-A41C-261323B26C46}" destId="{9CE7D87A-D275-46C5-A7B5-61ECFF863A51}" srcOrd="0" destOrd="0" parTransId="{7C0F1166-96CF-48A2-A8C3-956743E99BAC}" sibTransId="{C9DC58F0-98AA-4593-B709-10C380349F28}"/>
    <dgm:cxn modelId="{E8BBE344-96C5-4654-9C74-9B455D2B8B70}" type="presOf" srcId="{9F725640-AECB-4394-A880-5F69AE576D07}" destId="{8D2EC0A7-DFA4-488B-A8E5-D25AAE75D164}" srcOrd="0" destOrd="0" presId="urn:microsoft.com/office/officeart/2005/8/layout/hList9"/>
    <dgm:cxn modelId="{D88E2D4E-FF15-48B3-A340-C7BC1B77F3D3}" srcId="{8E9951E0-7FBF-4A55-9ACF-E93C602A2EA4}" destId="{F56F34EB-4C58-4750-B31B-230941B0DF4D}" srcOrd="0" destOrd="0" parTransId="{6C73EC29-E530-4453-A056-1F9F6EB3FA9D}" sibTransId="{558BC29D-CA15-43A1-B867-8028E5CA12BA}"/>
    <dgm:cxn modelId="{BA87F07E-FB20-4322-8600-5BA20DF7160C}" type="presOf" srcId="{AE8A2589-8508-4929-AE51-749D17B7CAD2}" destId="{B493CE3B-7C9A-4193-8FC7-955F176B5B74}" srcOrd="0" destOrd="0" presId="urn:microsoft.com/office/officeart/2005/8/layout/hList9"/>
    <dgm:cxn modelId="{56108287-9C20-43B6-BD6A-A1B01CB63309}" type="presOf" srcId="{8AFE5A05-143E-4C19-BC5C-0D3BD05CF929}" destId="{D2B8F3EB-C68A-457E-8BF4-7AD06E83E1D8}" srcOrd="0" destOrd="0" presId="urn:microsoft.com/office/officeart/2005/8/layout/hList9"/>
    <dgm:cxn modelId="{AB49EB8A-6AAD-4251-819F-D9A0B018708B}" type="presOf" srcId="{58F22EA7-68FA-4626-8F9A-F316DC78C3B5}" destId="{AB2C2A81-8E9B-4930-AD68-BCC41E4330B0}" srcOrd="1" destOrd="0" presId="urn:microsoft.com/office/officeart/2005/8/layout/hList9"/>
    <dgm:cxn modelId="{8684CF94-852F-4B4E-89BF-05AE21E32E3D}" type="presOf" srcId="{F56F34EB-4C58-4750-B31B-230941B0DF4D}" destId="{1BAEE5BF-1B70-4883-BA66-9E06206CA8BF}" srcOrd="0" destOrd="0" presId="urn:microsoft.com/office/officeart/2005/8/layout/hList9"/>
    <dgm:cxn modelId="{7438CD9B-ABBB-4D55-BE26-D0FB56E6BDCA}" type="presOf" srcId="{9CE7D87A-D275-46C5-A7B5-61ECFF863A51}" destId="{ED11471A-6BC7-4030-BFD2-2109F65C55DD}" srcOrd="1" destOrd="0" presId="urn:microsoft.com/office/officeart/2005/8/layout/hList9"/>
    <dgm:cxn modelId="{138F819C-BCD8-4AF2-A3DB-87643CC7F3F8}" type="presOf" srcId="{D357BC0A-4575-44CD-A41C-261323B26C46}" destId="{51A477F8-63EB-41C7-9F58-871B9FA46B86}" srcOrd="0" destOrd="0" presId="urn:microsoft.com/office/officeart/2005/8/layout/hList9"/>
    <dgm:cxn modelId="{F9E7A19E-826A-40A4-BE34-9AC76E7B9007}" type="presOf" srcId="{D8159ABB-AC41-4713-8FF8-11170CB7E644}" destId="{ACDCA993-FD75-45B4-B3EE-33F705420A17}" srcOrd="0" destOrd="0" presId="urn:microsoft.com/office/officeart/2005/8/layout/hList9"/>
    <dgm:cxn modelId="{2BD54FB4-C52D-4671-BC09-ED7BBCEAD13D}" srcId="{D8159ABB-AC41-4713-8FF8-11170CB7E644}" destId="{8E9951E0-7FBF-4A55-9ACF-E93C602A2EA4}" srcOrd="2" destOrd="0" parTransId="{DA3AFBD4-7A94-4D98-9A63-0DFD1EA19326}" sibTransId="{1BDC174A-1EEE-421C-BFF2-05D15419811A}"/>
    <dgm:cxn modelId="{FF43F5B7-5354-4112-8E5A-33B65D94FE2A}" type="presOf" srcId="{C0875471-A6EA-4CB6-A732-C2F36BF9A479}" destId="{80FEE91E-C641-4AED-9DD3-BBAF8FDFD58A}" srcOrd="1" destOrd="0" presId="urn:microsoft.com/office/officeart/2005/8/layout/hList9"/>
    <dgm:cxn modelId="{C31897BD-F434-471C-B875-9379B479B6AB}" type="presOf" srcId="{ECAD5BFA-BC48-49BE-96C1-2DC4DC129B7A}" destId="{D1971BB9-64AC-405B-BA5C-2A6FABC3712E}" srcOrd="0" destOrd="0" presId="urn:microsoft.com/office/officeart/2005/8/layout/hList9"/>
    <dgm:cxn modelId="{B9F550BE-C8C5-4434-A7DD-03E996E360BC}" type="presOf" srcId="{0DCF5AC4-ADFF-49E7-95BF-2BF34B4BB058}" destId="{972628CE-D4EA-4C05-9E80-A3CBB7488028}" srcOrd="0" destOrd="0" presId="urn:microsoft.com/office/officeart/2005/8/layout/hList9"/>
    <dgm:cxn modelId="{B29CF3C5-296B-4BB0-8162-CCC66CDB0B89}" type="presOf" srcId="{0DCF5AC4-ADFF-49E7-95BF-2BF34B4BB058}" destId="{8DD059DC-F945-4303-AB27-5B1451FB382A}" srcOrd="1" destOrd="0" presId="urn:microsoft.com/office/officeart/2005/8/layout/hList9"/>
    <dgm:cxn modelId="{CFAB1FC9-B9CD-4E10-BAAF-3C964C88AFBC}" srcId="{D8159ABB-AC41-4713-8FF8-11170CB7E644}" destId="{D357BC0A-4575-44CD-A41C-261323B26C46}" srcOrd="1" destOrd="0" parTransId="{528ED769-1EA2-4F49-BD3E-49CC83A9BDFA}" sibTransId="{D5E03943-A46E-4DC9-A321-6BEDFB2DA605}"/>
    <dgm:cxn modelId="{429768CA-1DCC-46F5-BF8E-D73B67AFB155}" srcId="{8AFE5A05-143E-4C19-BC5C-0D3BD05CF929}" destId="{9F725640-AECB-4394-A880-5F69AE576D07}" srcOrd="0" destOrd="0" parTransId="{973491F2-8EB4-444A-BC0E-E82D83706AEF}" sibTransId="{7B43D276-2168-47F7-AFF4-EB2DD5F422D2}"/>
    <dgm:cxn modelId="{82ECC1E6-5E71-4AA7-A819-9E456DB27FBC}" type="presOf" srcId="{2AB14348-2499-42CF-AF59-55E36E14E178}" destId="{B8262130-1DDC-42FC-9D74-CE65E252F04B}" srcOrd="0" destOrd="0" presId="urn:microsoft.com/office/officeart/2005/8/layout/hList9"/>
    <dgm:cxn modelId="{95C58EEA-CB3A-4171-A092-ECE218A11E71}" type="presOf" srcId="{F56F34EB-4C58-4750-B31B-230941B0DF4D}" destId="{12104C29-9477-4379-A9CA-C4CB91B75AD7}" srcOrd="1" destOrd="0" presId="urn:microsoft.com/office/officeart/2005/8/layout/hList9"/>
    <dgm:cxn modelId="{969D37FC-C3DE-4A63-96C2-5BCF1066C75B}" type="presOf" srcId="{2AB14348-2499-42CF-AF59-55E36E14E178}" destId="{F792DF8A-0276-44DC-A876-5899BB2593F5}" srcOrd="1" destOrd="0" presId="urn:microsoft.com/office/officeart/2005/8/layout/hList9"/>
    <dgm:cxn modelId="{E877B1FC-711E-4459-AFC2-1CA33EB4A94D}" type="presOf" srcId="{C0875471-A6EA-4CB6-A732-C2F36BF9A479}" destId="{CD2B42AA-96F1-48C4-A231-0AAB79AAE2E6}" srcOrd="0" destOrd="0" presId="urn:microsoft.com/office/officeart/2005/8/layout/hList9"/>
    <dgm:cxn modelId="{2AA6C6FC-8EB6-46BF-9719-F7780B1020BF}" srcId="{8E9951E0-7FBF-4A55-9ACF-E93C602A2EA4}" destId="{C0875471-A6EA-4CB6-A732-C2F36BF9A479}" srcOrd="1" destOrd="0" parTransId="{E3BB050C-DAD0-4681-AB52-1E8B76D3D405}" sibTransId="{0408798C-996A-40AB-A066-D845B154AC04}"/>
    <dgm:cxn modelId="{0DBF5C06-C90E-4D9E-8B19-B652B7F1869F}" type="presParOf" srcId="{ACDCA993-FD75-45B4-B3EE-33F705420A17}" destId="{2A6C1C2D-919B-481F-8120-7832CBB38DED}" srcOrd="0" destOrd="0" presId="urn:microsoft.com/office/officeart/2005/8/layout/hList9"/>
    <dgm:cxn modelId="{948F62B5-B7D2-47B3-98CC-5450B081DB11}" type="presParOf" srcId="{ACDCA993-FD75-45B4-B3EE-33F705420A17}" destId="{543BF770-DE40-4512-8B34-71252FE3B514}" srcOrd="1" destOrd="0" presId="urn:microsoft.com/office/officeart/2005/8/layout/hList9"/>
    <dgm:cxn modelId="{BAB462F6-E5E2-47AE-BA8E-5E6C2FD71F06}" type="presParOf" srcId="{543BF770-DE40-4512-8B34-71252FE3B514}" destId="{A55D7F1A-B49A-4F85-9AA9-D944E1B69D2F}" srcOrd="0" destOrd="0" presId="urn:microsoft.com/office/officeart/2005/8/layout/hList9"/>
    <dgm:cxn modelId="{D3D25CA6-E2B3-44BF-86BC-96636994A555}" type="presParOf" srcId="{543BF770-DE40-4512-8B34-71252FE3B514}" destId="{3A9A8F14-3532-4744-94E9-C33BB7F369DF}" srcOrd="1" destOrd="0" presId="urn:microsoft.com/office/officeart/2005/8/layout/hList9"/>
    <dgm:cxn modelId="{E97FD36D-DC62-440E-9EDB-4AC023CA6A61}" type="presParOf" srcId="{3A9A8F14-3532-4744-94E9-C33BB7F369DF}" destId="{B8262130-1DDC-42FC-9D74-CE65E252F04B}" srcOrd="0" destOrd="0" presId="urn:microsoft.com/office/officeart/2005/8/layout/hList9"/>
    <dgm:cxn modelId="{716AE871-483E-4174-A1E2-6C61453B69A3}" type="presParOf" srcId="{3A9A8F14-3532-4744-94E9-C33BB7F369DF}" destId="{F792DF8A-0276-44DC-A876-5899BB2593F5}" srcOrd="1" destOrd="0" presId="urn:microsoft.com/office/officeart/2005/8/layout/hList9"/>
    <dgm:cxn modelId="{CA785362-45F7-4294-802A-C077A1ABD607}" type="presParOf" srcId="{543BF770-DE40-4512-8B34-71252FE3B514}" destId="{AE6F7B1B-DB08-49CF-8255-0247DB6CBEF8}" srcOrd="2" destOrd="0" presId="urn:microsoft.com/office/officeart/2005/8/layout/hList9"/>
    <dgm:cxn modelId="{C508491A-7354-43DC-ABE2-CA650653CB29}" type="presParOf" srcId="{AE6F7B1B-DB08-49CF-8255-0247DB6CBEF8}" destId="{972628CE-D4EA-4C05-9E80-A3CBB7488028}" srcOrd="0" destOrd="0" presId="urn:microsoft.com/office/officeart/2005/8/layout/hList9"/>
    <dgm:cxn modelId="{3A43688C-376B-46ED-9594-BB2BCB7BDBBF}" type="presParOf" srcId="{AE6F7B1B-DB08-49CF-8255-0247DB6CBEF8}" destId="{8DD059DC-F945-4303-AB27-5B1451FB382A}" srcOrd="1" destOrd="0" presId="urn:microsoft.com/office/officeart/2005/8/layout/hList9"/>
    <dgm:cxn modelId="{1BF5531F-AA24-4A9B-8C42-92809FA11066}" type="presParOf" srcId="{ACDCA993-FD75-45B4-B3EE-33F705420A17}" destId="{033BD560-F0C6-452F-B676-6117F7668229}" srcOrd="2" destOrd="0" presId="urn:microsoft.com/office/officeart/2005/8/layout/hList9"/>
    <dgm:cxn modelId="{4DF04879-DA47-440B-BDF5-1B704A4C87B4}" type="presParOf" srcId="{ACDCA993-FD75-45B4-B3EE-33F705420A17}" destId="{D1971BB9-64AC-405B-BA5C-2A6FABC3712E}" srcOrd="3" destOrd="0" presId="urn:microsoft.com/office/officeart/2005/8/layout/hList9"/>
    <dgm:cxn modelId="{0D5A3134-10E2-4E4F-817C-4909AA1B9918}" type="presParOf" srcId="{ACDCA993-FD75-45B4-B3EE-33F705420A17}" destId="{E8E1066F-EFB6-4D40-941E-80486D49C480}" srcOrd="4" destOrd="0" presId="urn:microsoft.com/office/officeart/2005/8/layout/hList9"/>
    <dgm:cxn modelId="{6AED9E8C-AAEE-474B-B440-C73BA1683F76}" type="presParOf" srcId="{ACDCA993-FD75-45B4-B3EE-33F705420A17}" destId="{18E2EB3D-AAFB-4F5E-BA98-401BB1FD64DB}" srcOrd="5" destOrd="0" presId="urn:microsoft.com/office/officeart/2005/8/layout/hList9"/>
    <dgm:cxn modelId="{836B9FE7-35B7-4878-B035-889FCC6D5514}" type="presParOf" srcId="{ACDCA993-FD75-45B4-B3EE-33F705420A17}" destId="{014F02D7-CA17-428A-A4D3-56665A16F849}" srcOrd="6" destOrd="0" presId="urn:microsoft.com/office/officeart/2005/8/layout/hList9"/>
    <dgm:cxn modelId="{7C110756-16AD-41E5-BEB5-E8EDA6420954}" type="presParOf" srcId="{014F02D7-CA17-428A-A4D3-56665A16F849}" destId="{2A48F620-9A5D-4819-BBCF-AFE864AA822F}" srcOrd="0" destOrd="0" presId="urn:microsoft.com/office/officeart/2005/8/layout/hList9"/>
    <dgm:cxn modelId="{52B8A86C-2351-4E8D-8448-08A9683EEDDB}" type="presParOf" srcId="{014F02D7-CA17-428A-A4D3-56665A16F849}" destId="{B53604F2-D2BA-42FD-8F2A-93C7D58B394E}" srcOrd="1" destOrd="0" presId="urn:microsoft.com/office/officeart/2005/8/layout/hList9"/>
    <dgm:cxn modelId="{0ED51597-FAE9-4514-8694-D6AA6DC0FE46}" type="presParOf" srcId="{B53604F2-D2BA-42FD-8F2A-93C7D58B394E}" destId="{D9C4FF0C-3FF3-4245-8127-29A8569080CE}" srcOrd="0" destOrd="0" presId="urn:microsoft.com/office/officeart/2005/8/layout/hList9"/>
    <dgm:cxn modelId="{D333705E-4D6C-4A50-BFAF-0EDE27252213}" type="presParOf" srcId="{B53604F2-D2BA-42FD-8F2A-93C7D58B394E}" destId="{ED11471A-6BC7-4030-BFD2-2109F65C55DD}" srcOrd="1" destOrd="0" presId="urn:microsoft.com/office/officeart/2005/8/layout/hList9"/>
    <dgm:cxn modelId="{E57953F4-DCFE-49ED-9983-361DE303BF32}" type="presParOf" srcId="{014F02D7-CA17-428A-A4D3-56665A16F849}" destId="{85EE5D13-26C9-415D-814F-E6460557FF6A}" srcOrd="2" destOrd="0" presId="urn:microsoft.com/office/officeart/2005/8/layout/hList9"/>
    <dgm:cxn modelId="{131A02BF-0A2E-41BF-8D5B-88472A8DF7E4}" type="presParOf" srcId="{85EE5D13-26C9-415D-814F-E6460557FF6A}" destId="{19B17826-A366-402C-B68A-27B2545EAE97}" srcOrd="0" destOrd="0" presId="urn:microsoft.com/office/officeart/2005/8/layout/hList9"/>
    <dgm:cxn modelId="{8D1472C7-C2D2-4540-A8D5-2DFC8E8B4306}" type="presParOf" srcId="{85EE5D13-26C9-415D-814F-E6460557FF6A}" destId="{AB2C2A81-8E9B-4930-AD68-BCC41E4330B0}" srcOrd="1" destOrd="0" presId="urn:microsoft.com/office/officeart/2005/8/layout/hList9"/>
    <dgm:cxn modelId="{6EDD4886-268A-4034-A2C7-AFBE31429874}" type="presParOf" srcId="{ACDCA993-FD75-45B4-B3EE-33F705420A17}" destId="{1F3179E8-E726-4A20-9AE0-463A95D159D2}" srcOrd="7" destOrd="0" presId="urn:microsoft.com/office/officeart/2005/8/layout/hList9"/>
    <dgm:cxn modelId="{15E1E27C-22B9-41B1-85D2-EB7D51F3ACCE}" type="presParOf" srcId="{ACDCA993-FD75-45B4-B3EE-33F705420A17}" destId="{51A477F8-63EB-41C7-9F58-871B9FA46B86}" srcOrd="8" destOrd="0" presId="urn:microsoft.com/office/officeart/2005/8/layout/hList9"/>
    <dgm:cxn modelId="{2D54ECAC-BD6B-4928-A1BA-C2B0957D8DF8}" type="presParOf" srcId="{ACDCA993-FD75-45B4-B3EE-33F705420A17}" destId="{E0507B04-988A-48CA-9A12-583FEB5BB857}" srcOrd="9" destOrd="0" presId="urn:microsoft.com/office/officeart/2005/8/layout/hList9"/>
    <dgm:cxn modelId="{2A87D912-6117-40AA-B903-F380EA9481B7}" type="presParOf" srcId="{ACDCA993-FD75-45B4-B3EE-33F705420A17}" destId="{985BCECB-2B96-4797-ACFC-9905715A7318}" srcOrd="10" destOrd="0" presId="urn:microsoft.com/office/officeart/2005/8/layout/hList9"/>
    <dgm:cxn modelId="{76C92384-30F5-4833-AE6F-E8B2318F2337}" type="presParOf" srcId="{ACDCA993-FD75-45B4-B3EE-33F705420A17}" destId="{A1B9F99B-388F-420B-956D-E1E295788056}" srcOrd="11" destOrd="0" presId="urn:microsoft.com/office/officeart/2005/8/layout/hList9"/>
    <dgm:cxn modelId="{726C2D44-900C-4B18-A943-E7C9BE4B988F}" type="presParOf" srcId="{A1B9F99B-388F-420B-956D-E1E295788056}" destId="{8675340D-37C8-4BAA-92FA-BBFA2EDEE50A}" srcOrd="0" destOrd="0" presId="urn:microsoft.com/office/officeart/2005/8/layout/hList9"/>
    <dgm:cxn modelId="{4EABAC94-0C48-45CF-BDE8-4011F9B89489}" type="presParOf" srcId="{A1B9F99B-388F-420B-956D-E1E295788056}" destId="{EBDFEA28-61D5-4B48-9C64-5AB20C048862}" srcOrd="1" destOrd="0" presId="urn:microsoft.com/office/officeart/2005/8/layout/hList9"/>
    <dgm:cxn modelId="{6F04A06C-C633-414D-B207-7094F3AA837C}" type="presParOf" srcId="{EBDFEA28-61D5-4B48-9C64-5AB20C048862}" destId="{1BAEE5BF-1B70-4883-BA66-9E06206CA8BF}" srcOrd="0" destOrd="0" presId="urn:microsoft.com/office/officeart/2005/8/layout/hList9"/>
    <dgm:cxn modelId="{2ABDD82A-BDC7-40AD-B71F-8794F1524451}" type="presParOf" srcId="{EBDFEA28-61D5-4B48-9C64-5AB20C048862}" destId="{12104C29-9477-4379-A9CA-C4CB91B75AD7}" srcOrd="1" destOrd="0" presId="urn:microsoft.com/office/officeart/2005/8/layout/hList9"/>
    <dgm:cxn modelId="{EE8EC12F-3FB4-40FB-A7BC-E12BF8AC2D8A}" type="presParOf" srcId="{A1B9F99B-388F-420B-956D-E1E295788056}" destId="{47FA80C7-CD3D-40CA-9279-E187C7D4BBA2}" srcOrd="2" destOrd="0" presId="urn:microsoft.com/office/officeart/2005/8/layout/hList9"/>
    <dgm:cxn modelId="{26275046-CD09-4DC6-ADAF-00E1481B1B19}" type="presParOf" srcId="{47FA80C7-CD3D-40CA-9279-E187C7D4BBA2}" destId="{CD2B42AA-96F1-48C4-A231-0AAB79AAE2E6}" srcOrd="0" destOrd="0" presId="urn:microsoft.com/office/officeart/2005/8/layout/hList9"/>
    <dgm:cxn modelId="{3CBBB666-4FA3-4552-9F9C-6012B23ECFBD}" type="presParOf" srcId="{47FA80C7-CD3D-40CA-9279-E187C7D4BBA2}" destId="{80FEE91E-C641-4AED-9DD3-BBAF8FDFD58A}" srcOrd="1" destOrd="0" presId="urn:microsoft.com/office/officeart/2005/8/layout/hList9"/>
    <dgm:cxn modelId="{AFE3AC97-5AA5-45B2-AE2B-4D15991B04D9}" type="presParOf" srcId="{ACDCA993-FD75-45B4-B3EE-33F705420A17}" destId="{6FA82D85-2040-4222-B500-5BFA9485F77C}" srcOrd="12" destOrd="0" presId="urn:microsoft.com/office/officeart/2005/8/layout/hList9"/>
    <dgm:cxn modelId="{87762A02-795A-42B9-AC22-9A00A1041942}" type="presParOf" srcId="{ACDCA993-FD75-45B4-B3EE-33F705420A17}" destId="{5F16BD86-1FBF-4B30-BDE7-D72C878DBF6D}" srcOrd="13" destOrd="0" presId="urn:microsoft.com/office/officeart/2005/8/layout/hList9"/>
    <dgm:cxn modelId="{83539476-E705-4092-8396-0C6DC6D1D369}" type="presParOf" srcId="{ACDCA993-FD75-45B4-B3EE-33F705420A17}" destId="{BDBC3386-DBB0-40E8-AA85-AECB12D43444}" srcOrd="14" destOrd="0" presId="urn:microsoft.com/office/officeart/2005/8/layout/hList9"/>
    <dgm:cxn modelId="{6DDF3685-4E94-460F-BCCE-83DA82CC3C52}" type="presParOf" srcId="{ACDCA993-FD75-45B4-B3EE-33F705420A17}" destId="{FE44948F-9083-41B6-B9FA-72EC63D8BC87}" srcOrd="15" destOrd="0" presId="urn:microsoft.com/office/officeart/2005/8/layout/hList9"/>
    <dgm:cxn modelId="{B42A8E7D-EA89-4564-829E-B794AF9D0CB4}" type="presParOf" srcId="{ACDCA993-FD75-45B4-B3EE-33F705420A17}" destId="{002B208D-F67E-4BDB-859C-95EA9EAB935B}" srcOrd="16" destOrd="0" presId="urn:microsoft.com/office/officeart/2005/8/layout/hList9"/>
    <dgm:cxn modelId="{A91EBF26-C78A-4995-8101-5154858AE1A5}" type="presParOf" srcId="{002B208D-F67E-4BDB-859C-95EA9EAB935B}" destId="{F3BF4648-EE73-476B-9EC3-0E4A88DEE7AB}" srcOrd="0" destOrd="0" presId="urn:microsoft.com/office/officeart/2005/8/layout/hList9"/>
    <dgm:cxn modelId="{47F4162B-52D9-471E-B9F1-7BAF78F5B048}" type="presParOf" srcId="{002B208D-F67E-4BDB-859C-95EA9EAB935B}" destId="{43564B10-F706-4979-8F9C-3E5F4CE6A665}" srcOrd="1" destOrd="0" presId="urn:microsoft.com/office/officeart/2005/8/layout/hList9"/>
    <dgm:cxn modelId="{1BD89843-73C3-45EF-A3F5-2ED3E3D1A156}" type="presParOf" srcId="{43564B10-F706-4979-8F9C-3E5F4CE6A665}" destId="{8D2EC0A7-DFA4-488B-A8E5-D25AAE75D164}" srcOrd="0" destOrd="0" presId="urn:microsoft.com/office/officeart/2005/8/layout/hList9"/>
    <dgm:cxn modelId="{8F0D39DA-356F-4200-A13A-6BD4EF21A306}" type="presParOf" srcId="{43564B10-F706-4979-8F9C-3E5F4CE6A665}" destId="{89D1D6DB-CEDC-48D8-BBEE-327920378A0D}" srcOrd="1" destOrd="0" presId="urn:microsoft.com/office/officeart/2005/8/layout/hList9"/>
    <dgm:cxn modelId="{FAA04699-847B-4E6F-84DD-0A9808892A12}" type="presParOf" srcId="{ACDCA993-FD75-45B4-B3EE-33F705420A17}" destId="{CC26F5BD-4496-4BD3-B341-CA74FE56AF4F}" srcOrd="17" destOrd="0" presId="urn:microsoft.com/office/officeart/2005/8/layout/hList9"/>
    <dgm:cxn modelId="{6E5C8CE6-2A9F-4366-97DF-6A6D4918C505}" type="presParOf" srcId="{ACDCA993-FD75-45B4-B3EE-33F705420A17}" destId="{D2B8F3EB-C68A-457E-8BF4-7AD06E83E1D8}" srcOrd="18" destOrd="0" presId="urn:microsoft.com/office/officeart/2005/8/layout/hList9"/>
    <dgm:cxn modelId="{F2F27805-F87E-4EBF-8B01-679887DE2A92}" type="presParOf" srcId="{ACDCA993-FD75-45B4-B3EE-33F705420A17}" destId="{79D5273B-B910-482F-842E-CE0E36A34640}" srcOrd="19" destOrd="0" presId="urn:microsoft.com/office/officeart/2005/8/layout/hList9"/>
    <dgm:cxn modelId="{B916C4C2-A54D-4FD1-8DA5-348AC1BD8853}" type="presParOf" srcId="{ACDCA993-FD75-45B4-B3EE-33F705420A17}" destId="{C8221657-A169-4BD8-8DF8-C4E7D488E198}" srcOrd="20" destOrd="0" presId="urn:microsoft.com/office/officeart/2005/8/layout/hList9"/>
    <dgm:cxn modelId="{2106BF84-EA85-4668-AFF0-E5F6DF16E9BD}" type="presParOf" srcId="{ACDCA993-FD75-45B4-B3EE-33F705420A17}" destId="{AC43FFA7-E5D7-4854-94FB-7FED905B86B5}" srcOrd="21" destOrd="0" presId="urn:microsoft.com/office/officeart/2005/8/layout/hList9"/>
    <dgm:cxn modelId="{F3095E63-F27F-41BC-BB41-4543842A8C02}" type="presParOf" srcId="{AC43FFA7-E5D7-4854-94FB-7FED905B86B5}" destId="{5DB839CA-9916-4377-BA7B-4513728B5142}" srcOrd="0" destOrd="0" presId="urn:microsoft.com/office/officeart/2005/8/layout/hList9"/>
    <dgm:cxn modelId="{70434D3D-483D-4DD7-8BFD-4F840ABFFC0C}" type="presParOf" srcId="{AC43FFA7-E5D7-4854-94FB-7FED905B86B5}" destId="{1EC6B5EA-C34B-423F-9E1E-C8E9F2AD4087}" srcOrd="1" destOrd="0" presId="urn:microsoft.com/office/officeart/2005/8/layout/hList9"/>
    <dgm:cxn modelId="{D0F9C311-7BDC-40A0-858E-108CD3DE702F}" type="presParOf" srcId="{1EC6B5EA-C34B-423F-9E1E-C8E9F2AD4087}" destId="{3B381EE5-2C6C-42AA-8C29-946E289EB98A}" srcOrd="0" destOrd="0" presId="urn:microsoft.com/office/officeart/2005/8/layout/hList9"/>
    <dgm:cxn modelId="{C5710F28-7D50-4C3E-A793-11CC2BDE8DAC}" type="presParOf" srcId="{1EC6B5EA-C34B-423F-9E1E-C8E9F2AD4087}" destId="{24255784-4D69-46CF-BF50-8A97B3F4DB96}" srcOrd="1" destOrd="0" presId="urn:microsoft.com/office/officeart/2005/8/layout/hList9"/>
    <dgm:cxn modelId="{C9A79B1C-D322-4FC8-83E0-DF67C29BB188}" type="presParOf" srcId="{ACDCA993-FD75-45B4-B3EE-33F705420A17}" destId="{43E7B50C-55A6-4345-8FEE-AF85D5A2A3F4}" srcOrd="22" destOrd="0" presId="urn:microsoft.com/office/officeart/2005/8/layout/hList9"/>
    <dgm:cxn modelId="{F9175B8A-AEA6-445C-B1C7-1726A2489BF2}" type="presParOf" srcId="{ACDCA993-FD75-45B4-B3EE-33F705420A17}" destId="{B493CE3B-7C9A-4193-8FC7-955F176B5B74}" srcOrd="23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225383-C8D1-48C9-A810-3CDCE5F031E5}">
      <dsp:nvSpPr>
        <dsp:cNvPr id="0" name=""/>
        <dsp:cNvSpPr/>
      </dsp:nvSpPr>
      <dsp:spPr>
        <a:xfrm>
          <a:off x="857368" y="1731232"/>
          <a:ext cx="1436022" cy="1436022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CA7A9B-D3E9-48D1-B940-75947D73B5EA}">
      <dsp:nvSpPr>
        <dsp:cNvPr id="0" name=""/>
        <dsp:cNvSpPr/>
      </dsp:nvSpPr>
      <dsp:spPr>
        <a:xfrm rot="17700000">
          <a:off x="1363357" y="560580"/>
          <a:ext cx="1785135" cy="8602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2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M1 </a:t>
          </a:r>
        </a:p>
      </dsp:txBody>
      <dsp:txXfrm>
        <a:off x="1363357" y="560580"/>
        <a:ext cx="1785135" cy="860297"/>
      </dsp:txXfrm>
    </dsp:sp>
    <dsp:sp modelId="{11B17C84-1A6B-4A60-A830-E285A3026B3B}">
      <dsp:nvSpPr>
        <dsp:cNvPr id="0" name=""/>
        <dsp:cNvSpPr/>
      </dsp:nvSpPr>
      <dsp:spPr>
        <a:xfrm>
          <a:off x="2401556" y="2076550"/>
          <a:ext cx="745386" cy="7453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27033D-0CE7-4099-A1C1-2E69DF42137D}">
      <dsp:nvSpPr>
        <dsp:cNvPr id="0" name=""/>
        <dsp:cNvSpPr/>
      </dsp:nvSpPr>
      <dsp:spPr>
        <a:xfrm rot="17700000">
          <a:off x="1518748" y="3114010"/>
          <a:ext cx="1544225" cy="7445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43180" bIns="0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Requirements Defined</a:t>
          </a:r>
        </a:p>
      </dsp:txBody>
      <dsp:txXfrm>
        <a:off x="1518748" y="3114010"/>
        <a:ext cx="1544225" cy="744567"/>
      </dsp:txXfrm>
    </dsp:sp>
    <dsp:sp modelId="{856EB955-199A-4F1B-8A6D-89E8583B16DA}">
      <dsp:nvSpPr>
        <dsp:cNvPr id="0" name=""/>
        <dsp:cNvSpPr/>
      </dsp:nvSpPr>
      <dsp:spPr>
        <a:xfrm rot="17700000">
          <a:off x="2485525" y="1039908"/>
          <a:ext cx="1544225" cy="7445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07F42A-EFFE-4260-9600-5ADBAA33E383}">
      <dsp:nvSpPr>
        <dsp:cNvPr id="0" name=""/>
        <dsp:cNvSpPr/>
      </dsp:nvSpPr>
      <dsp:spPr>
        <a:xfrm>
          <a:off x="3254994" y="2076550"/>
          <a:ext cx="745386" cy="7453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68AC03-F45A-418E-835E-15EBD52801AC}">
      <dsp:nvSpPr>
        <dsp:cNvPr id="0" name=""/>
        <dsp:cNvSpPr/>
      </dsp:nvSpPr>
      <dsp:spPr>
        <a:xfrm rot="17700000">
          <a:off x="2372186" y="3114010"/>
          <a:ext cx="1544225" cy="7445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43180" bIns="0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Architecture Planned</a:t>
          </a:r>
        </a:p>
      </dsp:txBody>
      <dsp:txXfrm>
        <a:off x="2372186" y="3114010"/>
        <a:ext cx="1544225" cy="744567"/>
      </dsp:txXfrm>
    </dsp:sp>
    <dsp:sp modelId="{7F5AAF37-DF18-48A4-B683-CAE568B2A93F}">
      <dsp:nvSpPr>
        <dsp:cNvPr id="0" name=""/>
        <dsp:cNvSpPr/>
      </dsp:nvSpPr>
      <dsp:spPr>
        <a:xfrm rot="17700000">
          <a:off x="3338963" y="1039908"/>
          <a:ext cx="1544225" cy="7445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677651-9BF6-49EF-B656-0DB220FEF9FE}">
      <dsp:nvSpPr>
        <dsp:cNvPr id="0" name=""/>
        <dsp:cNvSpPr/>
      </dsp:nvSpPr>
      <dsp:spPr>
        <a:xfrm>
          <a:off x="4108432" y="2076550"/>
          <a:ext cx="745386" cy="7453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8EB799-9898-4BD3-9356-72C02A715367}">
      <dsp:nvSpPr>
        <dsp:cNvPr id="0" name=""/>
        <dsp:cNvSpPr/>
      </dsp:nvSpPr>
      <dsp:spPr>
        <a:xfrm rot="17700000">
          <a:off x="3225624" y="3114010"/>
          <a:ext cx="1544225" cy="7445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43180" bIns="0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Database Structure Designed</a:t>
          </a:r>
          <a:endParaRPr lang="en-US" sz="1700" kern="1200" dirty="0"/>
        </a:p>
      </dsp:txBody>
      <dsp:txXfrm>
        <a:off x="3225624" y="3114010"/>
        <a:ext cx="1544225" cy="744567"/>
      </dsp:txXfrm>
    </dsp:sp>
    <dsp:sp modelId="{ABE0715A-5F27-4CA5-B6E1-721DB50FCD0D}">
      <dsp:nvSpPr>
        <dsp:cNvPr id="0" name=""/>
        <dsp:cNvSpPr/>
      </dsp:nvSpPr>
      <dsp:spPr>
        <a:xfrm rot="17700000">
          <a:off x="4192401" y="1039908"/>
          <a:ext cx="1544225" cy="7445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B256DB-D510-4839-B359-486CF5FEAF98}">
      <dsp:nvSpPr>
        <dsp:cNvPr id="0" name=""/>
        <dsp:cNvSpPr/>
      </dsp:nvSpPr>
      <dsp:spPr>
        <a:xfrm>
          <a:off x="4961870" y="2076550"/>
          <a:ext cx="745386" cy="7453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D262CA-211C-494E-AA18-E3C97FD28513}">
      <dsp:nvSpPr>
        <dsp:cNvPr id="0" name=""/>
        <dsp:cNvSpPr/>
      </dsp:nvSpPr>
      <dsp:spPr>
        <a:xfrm rot="17700000">
          <a:off x="4079062" y="3114010"/>
          <a:ext cx="1544225" cy="7445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43180" bIns="0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User Roles &amp; Permissions Defined</a:t>
          </a:r>
        </a:p>
      </dsp:txBody>
      <dsp:txXfrm>
        <a:off x="4079062" y="3114010"/>
        <a:ext cx="1544225" cy="744567"/>
      </dsp:txXfrm>
    </dsp:sp>
    <dsp:sp modelId="{E061BD13-7A76-4067-9416-CB7FE7266C24}">
      <dsp:nvSpPr>
        <dsp:cNvPr id="0" name=""/>
        <dsp:cNvSpPr/>
      </dsp:nvSpPr>
      <dsp:spPr>
        <a:xfrm rot="17700000">
          <a:off x="5045839" y="1039908"/>
          <a:ext cx="1544225" cy="7445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4B2AA0-C699-4684-9312-BFB04786238C}">
      <dsp:nvSpPr>
        <dsp:cNvPr id="0" name=""/>
        <dsp:cNvSpPr/>
      </dsp:nvSpPr>
      <dsp:spPr>
        <a:xfrm>
          <a:off x="5815308" y="2076550"/>
          <a:ext cx="745386" cy="7453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D507FB-0BF9-47A1-B484-C2F1B8D13173}">
      <dsp:nvSpPr>
        <dsp:cNvPr id="0" name=""/>
        <dsp:cNvSpPr/>
      </dsp:nvSpPr>
      <dsp:spPr>
        <a:xfrm rot="17700000">
          <a:off x="4932500" y="3114010"/>
          <a:ext cx="1544225" cy="7445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43180" bIns="0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UI/User Paths Planned</a:t>
          </a:r>
          <a:endParaRPr lang="en-US" sz="1700" kern="1200" dirty="0"/>
        </a:p>
      </dsp:txBody>
      <dsp:txXfrm>
        <a:off x="4932500" y="3114010"/>
        <a:ext cx="1544225" cy="744567"/>
      </dsp:txXfrm>
    </dsp:sp>
    <dsp:sp modelId="{702B14F7-C50A-44A9-8944-942AE27E4062}">
      <dsp:nvSpPr>
        <dsp:cNvPr id="0" name=""/>
        <dsp:cNvSpPr/>
      </dsp:nvSpPr>
      <dsp:spPr>
        <a:xfrm rot="17700000">
          <a:off x="5899277" y="1039908"/>
          <a:ext cx="1544225" cy="7445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7C7683-C4DA-4659-AF63-4B79BB9B7E7B}">
      <dsp:nvSpPr>
        <dsp:cNvPr id="0" name=""/>
        <dsp:cNvSpPr/>
      </dsp:nvSpPr>
      <dsp:spPr>
        <a:xfrm>
          <a:off x="6668861" y="1731232"/>
          <a:ext cx="1436022" cy="1436022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F61B3B-083C-4821-B763-15462FB3F909}">
      <dsp:nvSpPr>
        <dsp:cNvPr id="0" name=""/>
        <dsp:cNvSpPr/>
      </dsp:nvSpPr>
      <dsp:spPr>
        <a:xfrm rot="17700000">
          <a:off x="7174850" y="560580"/>
          <a:ext cx="1785135" cy="8602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2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M2- Phase 2 Complete</a:t>
          </a:r>
        </a:p>
      </dsp:txBody>
      <dsp:txXfrm>
        <a:off x="7174850" y="560580"/>
        <a:ext cx="1785135" cy="860297"/>
      </dsp:txXfrm>
    </dsp:sp>
    <dsp:sp modelId="{7F1903EF-2837-4F62-8491-845D266C1382}">
      <dsp:nvSpPr>
        <dsp:cNvPr id="0" name=""/>
        <dsp:cNvSpPr/>
      </dsp:nvSpPr>
      <dsp:spPr>
        <a:xfrm>
          <a:off x="8213049" y="2076550"/>
          <a:ext cx="745386" cy="7453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AD07EB-1EAD-4177-B91E-1EEDEB140B8E}">
      <dsp:nvSpPr>
        <dsp:cNvPr id="0" name=""/>
        <dsp:cNvSpPr/>
      </dsp:nvSpPr>
      <dsp:spPr>
        <a:xfrm rot="17700000">
          <a:off x="7330241" y="3114010"/>
          <a:ext cx="1544225" cy="7445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43180" bIns="0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Transition to </a:t>
          </a:r>
          <a:r>
            <a:rPr lang="en-US" sz="1700" kern="1200"/>
            <a:t>Phase 3</a:t>
          </a:r>
          <a:endParaRPr lang="en-US" sz="1700" kern="1200" dirty="0"/>
        </a:p>
      </dsp:txBody>
      <dsp:txXfrm>
        <a:off x="7330241" y="3114010"/>
        <a:ext cx="1544225" cy="744567"/>
      </dsp:txXfrm>
    </dsp:sp>
    <dsp:sp modelId="{34D3EA37-34ED-4FE1-917E-D8409ED35FF0}">
      <dsp:nvSpPr>
        <dsp:cNvPr id="0" name=""/>
        <dsp:cNvSpPr/>
      </dsp:nvSpPr>
      <dsp:spPr>
        <a:xfrm rot="17700000">
          <a:off x="8297018" y="1039908"/>
          <a:ext cx="1544225" cy="7445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262130-1DDC-42FC-9D74-CE65E252F04B}">
      <dsp:nvSpPr>
        <dsp:cNvPr id="0" name=""/>
        <dsp:cNvSpPr/>
      </dsp:nvSpPr>
      <dsp:spPr>
        <a:xfrm>
          <a:off x="673932" y="1560972"/>
          <a:ext cx="1263386" cy="84267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4008" rIns="64008" bIns="64008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Proposal, scope, WBS and schedule</a:t>
          </a:r>
        </a:p>
      </dsp:txBody>
      <dsp:txXfrm>
        <a:off x="876074" y="1560972"/>
        <a:ext cx="1061244" cy="842679"/>
      </dsp:txXfrm>
    </dsp:sp>
    <dsp:sp modelId="{972628CE-D4EA-4C05-9E80-A3CBB7488028}">
      <dsp:nvSpPr>
        <dsp:cNvPr id="0" name=""/>
        <dsp:cNvSpPr/>
      </dsp:nvSpPr>
      <dsp:spPr>
        <a:xfrm>
          <a:off x="673932" y="2403651"/>
          <a:ext cx="1263386" cy="84267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4008" rIns="64008" bIns="64008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Complete</a:t>
          </a:r>
        </a:p>
      </dsp:txBody>
      <dsp:txXfrm>
        <a:off x="876074" y="2403651"/>
        <a:ext cx="1061244" cy="842679"/>
      </dsp:txXfrm>
    </dsp:sp>
    <dsp:sp modelId="{D1971BB9-64AC-405B-BA5C-2A6FABC3712E}">
      <dsp:nvSpPr>
        <dsp:cNvPr id="0" name=""/>
        <dsp:cNvSpPr/>
      </dsp:nvSpPr>
      <dsp:spPr>
        <a:xfrm>
          <a:off x="126" y="1224069"/>
          <a:ext cx="842257" cy="8422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 dirty="0">
              <a:solidFill>
                <a:schemeClr val="bg1"/>
              </a:solidFill>
            </a:rPr>
            <a:t>Phase 1- Planning</a:t>
          </a:r>
        </a:p>
      </dsp:txBody>
      <dsp:txXfrm>
        <a:off x="123472" y="1347415"/>
        <a:ext cx="595565" cy="595565"/>
      </dsp:txXfrm>
    </dsp:sp>
    <dsp:sp modelId="{D9C4FF0C-3FF3-4245-8127-29A8569080CE}">
      <dsp:nvSpPr>
        <dsp:cNvPr id="0" name=""/>
        <dsp:cNvSpPr/>
      </dsp:nvSpPr>
      <dsp:spPr>
        <a:xfrm>
          <a:off x="2779577" y="1560972"/>
          <a:ext cx="1263386" cy="84267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4008" rIns="64008" bIns="64008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Requirements, architecture and workflows</a:t>
          </a:r>
        </a:p>
      </dsp:txBody>
      <dsp:txXfrm>
        <a:off x="2981719" y="1560972"/>
        <a:ext cx="1061244" cy="842679"/>
      </dsp:txXfrm>
    </dsp:sp>
    <dsp:sp modelId="{19B17826-A366-402C-B68A-27B2545EAE97}">
      <dsp:nvSpPr>
        <dsp:cNvPr id="0" name=""/>
        <dsp:cNvSpPr/>
      </dsp:nvSpPr>
      <dsp:spPr>
        <a:xfrm>
          <a:off x="2779577" y="2403651"/>
          <a:ext cx="1263386" cy="84267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4008" rIns="64008" bIns="64008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Complete</a:t>
          </a:r>
        </a:p>
      </dsp:txBody>
      <dsp:txXfrm>
        <a:off x="2981719" y="2403651"/>
        <a:ext cx="1061244" cy="842679"/>
      </dsp:txXfrm>
    </dsp:sp>
    <dsp:sp modelId="{51A477F8-63EB-41C7-9F58-871B9FA46B86}">
      <dsp:nvSpPr>
        <dsp:cNvPr id="0" name=""/>
        <dsp:cNvSpPr/>
      </dsp:nvSpPr>
      <dsp:spPr>
        <a:xfrm>
          <a:off x="2105771" y="1224069"/>
          <a:ext cx="842257" cy="8422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 dirty="0">
              <a:solidFill>
                <a:schemeClr val="bg1"/>
              </a:solidFill>
            </a:rPr>
            <a:t>Phase 2- Design</a:t>
          </a:r>
        </a:p>
      </dsp:txBody>
      <dsp:txXfrm>
        <a:off x="2229117" y="1347415"/>
        <a:ext cx="595565" cy="595565"/>
      </dsp:txXfrm>
    </dsp:sp>
    <dsp:sp modelId="{1BAEE5BF-1B70-4883-BA66-9E06206CA8BF}">
      <dsp:nvSpPr>
        <dsp:cNvPr id="0" name=""/>
        <dsp:cNvSpPr/>
      </dsp:nvSpPr>
      <dsp:spPr>
        <a:xfrm>
          <a:off x="4885222" y="1560972"/>
          <a:ext cx="1263386" cy="84267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4008" rIns="64008" bIns="64008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Build the core features and MVP</a:t>
          </a:r>
          <a:endParaRPr lang="en-US" sz="900" kern="1200" dirty="0"/>
        </a:p>
      </dsp:txBody>
      <dsp:txXfrm>
        <a:off x="5087364" y="1560972"/>
        <a:ext cx="1061244" cy="842679"/>
      </dsp:txXfrm>
    </dsp:sp>
    <dsp:sp modelId="{CD2B42AA-96F1-48C4-A231-0AAB79AAE2E6}">
      <dsp:nvSpPr>
        <dsp:cNvPr id="0" name=""/>
        <dsp:cNvSpPr/>
      </dsp:nvSpPr>
      <dsp:spPr>
        <a:xfrm>
          <a:off x="4885222" y="2403651"/>
          <a:ext cx="1263386" cy="84267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4008" rIns="64008" bIns="64008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CURRENT PHASE</a:t>
          </a:r>
          <a:endParaRPr lang="en-US" sz="900" kern="1200" dirty="0"/>
        </a:p>
      </dsp:txBody>
      <dsp:txXfrm>
        <a:off x="5087364" y="2403651"/>
        <a:ext cx="1061244" cy="842679"/>
      </dsp:txXfrm>
    </dsp:sp>
    <dsp:sp modelId="{5F16BD86-1FBF-4B30-BDE7-D72C878DBF6D}">
      <dsp:nvSpPr>
        <dsp:cNvPr id="0" name=""/>
        <dsp:cNvSpPr/>
      </dsp:nvSpPr>
      <dsp:spPr>
        <a:xfrm>
          <a:off x="4211415" y="1224069"/>
          <a:ext cx="842257" cy="8422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 dirty="0">
              <a:solidFill>
                <a:schemeClr val="bg1"/>
              </a:solidFill>
            </a:rPr>
            <a:t>Phase 3- Development</a:t>
          </a:r>
        </a:p>
      </dsp:txBody>
      <dsp:txXfrm>
        <a:off x="4334761" y="1347415"/>
        <a:ext cx="595565" cy="595565"/>
      </dsp:txXfrm>
    </dsp:sp>
    <dsp:sp modelId="{8D2EC0A7-DFA4-488B-A8E5-D25AAE75D164}">
      <dsp:nvSpPr>
        <dsp:cNvPr id="0" name=""/>
        <dsp:cNvSpPr/>
      </dsp:nvSpPr>
      <dsp:spPr>
        <a:xfrm>
          <a:off x="6990866" y="1560972"/>
          <a:ext cx="1263386" cy="84267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4008" rIns="64008" bIns="64008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Connect components, find issues and test</a:t>
          </a:r>
          <a:endParaRPr lang="en-US" sz="900" kern="1200" dirty="0"/>
        </a:p>
      </dsp:txBody>
      <dsp:txXfrm>
        <a:off x="7193008" y="1560972"/>
        <a:ext cx="1061244" cy="842679"/>
      </dsp:txXfrm>
    </dsp:sp>
    <dsp:sp modelId="{D2B8F3EB-C68A-457E-8BF4-7AD06E83E1D8}">
      <dsp:nvSpPr>
        <dsp:cNvPr id="0" name=""/>
        <dsp:cNvSpPr/>
      </dsp:nvSpPr>
      <dsp:spPr>
        <a:xfrm>
          <a:off x="6317060" y="1224069"/>
          <a:ext cx="842257" cy="8422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 dirty="0">
              <a:solidFill>
                <a:schemeClr val="bg1"/>
              </a:solidFill>
            </a:rPr>
            <a:t>Phase 4 – Integration &amp; Testing</a:t>
          </a:r>
        </a:p>
      </dsp:txBody>
      <dsp:txXfrm>
        <a:off x="6440406" y="1347415"/>
        <a:ext cx="595565" cy="595565"/>
      </dsp:txXfrm>
    </dsp:sp>
    <dsp:sp modelId="{3B381EE5-2C6C-42AA-8C29-946E289EB98A}">
      <dsp:nvSpPr>
        <dsp:cNvPr id="0" name=""/>
        <dsp:cNvSpPr/>
      </dsp:nvSpPr>
      <dsp:spPr>
        <a:xfrm>
          <a:off x="9096511" y="1560972"/>
          <a:ext cx="1263386" cy="84267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4008" rIns="64008" bIns="64008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Documentation, presentation and submission</a:t>
          </a:r>
          <a:endParaRPr lang="en-US" sz="900" kern="1200" dirty="0"/>
        </a:p>
      </dsp:txBody>
      <dsp:txXfrm>
        <a:off x="9298653" y="1560972"/>
        <a:ext cx="1061244" cy="842679"/>
      </dsp:txXfrm>
    </dsp:sp>
    <dsp:sp modelId="{B493CE3B-7C9A-4193-8FC7-955F176B5B74}">
      <dsp:nvSpPr>
        <dsp:cNvPr id="0" name=""/>
        <dsp:cNvSpPr/>
      </dsp:nvSpPr>
      <dsp:spPr>
        <a:xfrm>
          <a:off x="8422705" y="1224069"/>
          <a:ext cx="842257" cy="8422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 dirty="0">
              <a:solidFill>
                <a:schemeClr val="bg1"/>
              </a:solidFill>
            </a:rPr>
            <a:t>Phase 5 – Delivery</a:t>
          </a:r>
        </a:p>
      </dsp:txBody>
      <dsp:txXfrm>
        <a:off x="8546051" y="1347415"/>
        <a:ext cx="595565" cy="5955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CircleAccentTimeline">
  <dgm:title val=""/>
  <dgm:desc val=""/>
  <dgm:catLst>
    <dgm:cat type="process" pri="7500"/>
    <dgm:cat type="timeline" pri="104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clrData>
  <dgm:layoutNode name="Name0">
    <dgm:varLst>
      <dgm:dir/>
    </dgm:varLst>
    <dgm:choose name="Name1">
      <dgm:if name="Name2" func="var" arg="dir" op="equ" val="norm">
        <dgm:alg type="lin">
          <dgm:param type="fallback" val="2D"/>
          <dgm:param type="nodeVertAlign" val="b"/>
        </dgm:alg>
      </dgm:if>
      <dgm:else name="Name3">
        <dgm:alg type="lin">
          <dgm:param type="fallback" val="2D"/>
          <dgm:param type="nodeVertAlign" val="b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h" for="ch" forName="parComposite" refType="h"/>
      <dgm:constr type="w" for="ch" forName="parComposite" refType="h" refFor="ch" refForName="parComposite" fact="0.4986"/>
      <dgm:constr type="h" for="ch" forName="desComposite" refType="h" fact="0.8722"/>
      <dgm:constr type="w" for="ch" forName="desComposite" refType="h" refFor="ch" refForName="desComposite" fact="0.6056"/>
      <dgm:constr type="w" for="ch" forName="parBackupNorm" refType="w" refFor="ch" refForName="parComposite" fact="-0.3369"/>
      <dgm:constr type="w" for="ch" forName="parBackupRTL" refType="w" refFor="ch" refForName="parComposite" fact="-0.3369"/>
      <dgm:constr type="w" for="ch" forName="parBackupRev" refType="w" refFor="ch" refForName="parComposite" fact="0"/>
      <dgm:constr type="w" for="ch" forName="desBackupLeftNorm" refType="w" refFor="ch" refForName="desComposite" fact="-0.3376"/>
      <dgm:constr type="w" for="ch" forName="desBackupLeftRev" refType="w" refFor="ch" refForName="desComposite" fact="-0.3376"/>
      <dgm:constr type="w" for="ch" forName="desBackupRightNorm" refType="w" refFor="ch" refForName="desComposite" fact="-0.3376"/>
      <dgm:constr type="w" for="ch" forName="desBackupRightRev" refType="w" refFor="ch" refForName="desComposite" fact="-0.3376"/>
      <dgm:constr type="w" for="ch" forName="parSpace" refType="w" refFor="ch" refForName="parComposite" fact="0.05"/>
      <dgm:constr type="w" for="ch" forName="desSpace" refType="w" refFor="ch" refForName="parComposite" fact="0.05"/>
      <dgm:constr type="primFontSz" for="des" forName="parTx" op="equ" val="65"/>
      <dgm:constr type="primFontSz" for="des" forName="chTx" refType="primFontSz" refFor="des" refForName="parTx" op="lte" val="65"/>
      <dgm:constr type="primFontSz" for="des" forName="desTx" refType="primFontSz" refFor="des" refForName="chTx" op="lte" val="65"/>
      <dgm:constr type="primFontSz" for="des" forName="desTx" refType="primFontSz" refFor="des" refForName="parTx" op="lte"/>
    </dgm:constrLst>
    <dgm:forEach name="Name4" axis="ch" ptType="node">
      <dgm:layoutNode name="parComposite">
        <dgm:alg type="composite"/>
        <dgm:shape xmlns:r="http://schemas.openxmlformats.org/officeDocument/2006/relationships" r:blip="">
          <dgm:adjLst/>
        </dgm:shape>
        <dgm:choose name="Name5">
          <dgm:if name="Name6" func="var" arg="dir" op="equ" val="norm">
            <dgm:constrLst>
              <dgm:constr type="l" for="ch" forName="parBigCircle"/>
              <dgm:constr type="ctrY" for="ch" forName="parBigCircle" refType="h" fact="0.5639"/>
              <dgm:constr type="w" for="ch" forName="parBigCircle" refType="w" fact="0.6631"/>
              <dgm:constr type="h" for="ch" forName="parBigCircle" refType="w" refFor="ch" refForName="parBigCircle"/>
              <dgm:constr type="r" for="ch" forName="parTx" refType="w"/>
              <dgm:constr type="t" for="ch" forName="parTx"/>
              <dgm:constr type="w" for="ch" forName="parTx" refType="w" fact="0.7084"/>
              <dgm:constr type="h" for="ch" forName="parTx" refType="h" fact="0.4562"/>
              <dgm:constr type="t" for="ch" forName="bSpace" refType="ctrY" refFor="ch" refForName="parBigCircle"/>
              <dgm:constr type="b" for="ch" forName="bSpace" refType="h"/>
              <dgm:constr type="l" for="ch" forName="bSpace"/>
              <dgm:constr type="w" for="ch" forName="bSpace" val="1"/>
            </dgm:constrLst>
          </dgm:if>
          <dgm:else name="Name7">
            <dgm:constrLst>
              <dgm:constr type="r" for="ch" forName="parBigCircle" refType="w"/>
              <dgm:constr type="ctrY" for="ch" forName="parBigCircle" refType="h" fact="0.5639"/>
              <dgm:constr type="w" for="ch" forName="parBigCircle" refType="w" fact="0.6631"/>
              <dgm:constr type="h" for="ch" forName="parBigCircle" refType="w" refFor="ch" refForName="parBigCircle"/>
              <dgm:constr type="l" for="ch" forName="parTx" fact="0"/>
              <dgm:constr type="t" for="ch" forName="parTx"/>
              <dgm:constr type="w" for="ch" forName="parTx" refType="w" fact="0.7084"/>
              <dgm:constr type="h" for="ch" forName="parTx" refType="h" fact="0.4562"/>
              <dgm:constr type="t" for="ch" forName="bSpace" refType="ctrY" refFor="ch" refForName="parBigCircle"/>
              <dgm:constr type="b" for="ch" forName="bSpace" refType="h"/>
              <dgm:constr type="r" for="ch" forName="bSpace"/>
              <dgm:constr type="w" for="ch" forName="bSpace" val="1"/>
            </dgm:constrLst>
          </dgm:else>
        </dgm:choose>
        <dgm:layoutNode name="parBigCircle" styleLbl="node0">
          <dgm:alg type="sp"/>
          <dgm:shape xmlns:r="http://schemas.openxmlformats.org/officeDocument/2006/relationships" type="donut" r:blip="">
            <dgm:adjLst>
              <dgm:adj idx="1" val="0.2"/>
            </dgm:adjLst>
          </dgm:shape>
          <dgm:presOf/>
          <dgm:constrLst>
            <dgm:constr type="h" refType="w" op="equ"/>
          </dgm:constrLst>
        </dgm:layoutNode>
        <dgm:layoutNode name="parTx" styleLbl="revTx">
          <dgm:choose name="Name8">
            <dgm:if name="Name9" func="var" arg="dir" op="equ" val="norm">
              <dgm:alg type="tx">
                <dgm:param type="autoTxRot" val="grav"/>
                <dgm:param type="parTxLTRAlign" val="l"/>
              </dgm:alg>
              <dgm:shape xmlns:r="http://schemas.openxmlformats.org/officeDocument/2006/relationships" rot="295" type="rect" r:blip="">
                <dgm:adjLst/>
              </dgm:shape>
              <dgm:presOf axis="self" ptType="node"/>
              <dgm:constrLst>
                <dgm:constr type="lMarg" refType="primFontSz" fact="0.2"/>
                <dgm:constr type="rMarg"/>
                <dgm:constr type="tMarg"/>
                <dgm:constr type="bMarg"/>
              </dgm:constrLst>
            </dgm:if>
            <dgm:else name="Name10">
              <dgm:alg type="tx">
                <dgm:param type="autoTxRot" val="grav"/>
                <dgm:param type="parTxLTRAlign" val="r"/>
              </dgm:alg>
              <dgm:shape xmlns:r="http://schemas.openxmlformats.org/officeDocument/2006/relationships" rot="65" type="rect" r:blip="">
                <dgm:adjLst/>
              </dgm:shape>
              <dgm:presOf axis="self" ptType="node"/>
              <dgm:constrLst>
                <dgm:constr type="lMarg"/>
                <dgm:constr type="rMarg" refType="primFontSz" fact="0.2"/>
                <dgm:constr type="tMarg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layoutNode name="bSpace">
          <dgm:alg type="sp"/>
          <dgm:shape xmlns:r="http://schemas.openxmlformats.org/officeDocument/2006/relationships" r:blip="">
            <dgm:adjLst/>
          </dgm:shape>
          <dgm:presOf/>
        </dgm:layoutNode>
      </dgm:layoutNode>
      <dgm:choose name="Name11">
        <dgm:if name="Name12" func="var" arg="dir" op="equ" val="norm">
          <dgm:layoutNode name="parBackupNorm">
            <dgm:alg type="sp"/>
            <dgm:shape xmlns:r="http://schemas.openxmlformats.org/officeDocument/2006/relationships" r:blip="">
              <dgm:adjLst/>
            </dgm:shape>
            <dgm:presOf/>
          </dgm:layoutNode>
        </dgm:if>
        <dgm:else name="Name13">
          <dgm:layoutNode name="parBackupRTL">
            <dgm:alg type="sp"/>
            <dgm:shape xmlns:r="http://schemas.openxmlformats.org/officeDocument/2006/relationships" r:blip="">
              <dgm:adjLst/>
            </dgm:shape>
            <dgm:presOf/>
          </dgm:layoutNode>
        </dgm:else>
      </dgm:choose>
      <dgm:forEach name="Name14" axis="followSib" ptType="sibTrans" hideLastTrans="0" cnt="1">
        <dgm:layoutNode name="parSpace">
          <dgm:alg type="sp"/>
          <dgm:shape xmlns:r="http://schemas.openxmlformats.org/officeDocument/2006/relationships" r:blip="">
            <dgm:adjLst/>
          </dgm:shape>
          <dgm:presOf/>
        </dgm:layoutNode>
      </dgm:forEach>
      <dgm:forEach name="Name15" axis="ch" ptType="node">
        <dgm:choose name="Name16">
          <dgm:if name="Name17" func="var" arg="dir" op="equ" val="norm">
            <dgm:layoutNode name="desBackupLeftNorm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if>
          <dgm:else name="Name18">
            <dgm:choose name="Name19">
              <dgm:if name="Name20" axis="self" ptType="node" func="pos" op="equ" val="1">
                <dgm:layoutNode name="desBackupRightRev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21"/>
            </dgm:choose>
          </dgm:else>
        </dgm:choose>
        <dgm:layoutNode name="desComposite">
          <dgm:alg type="composite"/>
          <dgm:shape xmlns:r="http://schemas.openxmlformats.org/officeDocument/2006/relationships" r:blip="">
            <dgm:adjLst/>
          </dgm:shape>
          <dgm:choose name="Name22">
            <dgm:if name="Name23" func="var" arg="dir" op="equ" val="norm">
              <dgm:constrLst>
                <dgm:constr type="ctrX" for="ch" forName="desCircle" refType="w" fact="0.5"/>
                <dgm:constr type="ctrY" for="ch" forName="desCircle" refType="h" fact="0.5"/>
                <dgm:constr type="w" for="ch" forName="desCircle" refType="w" fact="0.3249"/>
                <dgm:constr type="h" for="ch" forName="desCircle" refType="w" refFor="ch" refForName="desCircle"/>
                <dgm:constr type="l" for="ch" forName="chTx"/>
                <dgm:constr type="b" for="ch" forName="chTx" refType="h"/>
                <dgm:constr type="w" for="ch" forName="chTx" refType="w" fact="0.5786"/>
                <dgm:constr type="h" for="ch" forName="chTx" refType="h" fact="0.4525"/>
                <dgm:constr type="r" for="ch" forName="desTx" refType="w"/>
                <dgm:constr type="t" for="ch" forName="desTx"/>
                <dgm:constr type="w" for="ch" forName="desTx" refType="w" fact="0.5786"/>
                <dgm:constr type="h" for="ch" forName="desTx" refType="h" fact="0.4525"/>
              </dgm:constrLst>
            </dgm:if>
            <dgm:else name="Name24">
              <dgm:constrLst>
                <dgm:constr type="ctrX" for="ch" forName="desCircle" refType="w" fact="0.5"/>
                <dgm:constr type="ctrY" for="ch" forName="desCircle" refType="h" fact="0.5"/>
                <dgm:constr type="w" for="ch" forName="desCircle" refType="w" fact="0.3249"/>
                <dgm:constr type="h" for="ch" forName="desCircle" refType="w" refFor="ch" refForName="desCircle"/>
                <dgm:constr type="r" for="ch" forName="chTx" refType="w"/>
                <dgm:constr type="b" for="ch" forName="chTx" refType="h"/>
                <dgm:constr type="w" for="ch" forName="chTx" refType="w" fact="0.5786"/>
                <dgm:constr type="h" for="ch" forName="chTx" refType="h" fact="0.4525"/>
                <dgm:constr type="l" for="ch" forName="desTx"/>
                <dgm:constr type="t" for="ch" forName="desTx"/>
                <dgm:constr type="w" for="ch" forName="desTx" refType="w" fact="0.5786"/>
                <dgm:constr type="h" for="ch" forName="desTx" refType="h" fact="0.4525"/>
              </dgm:constrLst>
            </dgm:else>
          </dgm:choose>
          <dgm:layoutNode name="desCircle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>
              <dgm:constr type="h" refType="w" op="equ"/>
            </dgm:constrLst>
          </dgm:layoutNode>
          <dgm:layoutNode name="chTx" styleLbl="revTx">
            <dgm:choose name="Name25">
              <dgm:if name="Name26" func="var" arg="dir" op="equ" val="norm">
                <dgm:alg type="tx">
                  <dgm:param type="autoTxRot" val="grav"/>
                  <dgm:param type="parTxLTRAlign" val="r"/>
                  <dgm:param type="txAnchorVert" val="mid"/>
                  <dgm:param type="txAnchorVertCh" val="mid"/>
                </dgm:alg>
                <dgm:shape xmlns:r="http://schemas.openxmlformats.org/officeDocument/2006/relationships" rot="295" type="rect" r:blip="">
                  <dgm:adjLst/>
                </dgm:shape>
                <dgm:presOf axis="self" ptType="node"/>
              </dgm:if>
              <dgm:else name="Name27">
                <dgm:alg type="tx">
                  <dgm:param type="autoTxRot" val="grav"/>
                  <dgm:param type="parTxLTRAlign" val="l"/>
                  <dgm:param type="txAnchorVert" val="mid"/>
                  <dgm:param type="txAnchorVertCh" val="mid"/>
                </dgm:alg>
                <dgm:shape xmlns:r="http://schemas.openxmlformats.org/officeDocument/2006/relationships" rot="65" type="rect" r:blip="">
                  <dgm:adjLst/>
                </dgm:shape>
                <dgm:presOf axis="self" ptType="node"/>
              </dgm:else>
            </dgm:choose>
            <dgm:choose name="Name28">
              <dgm:if name="Name29" func="var" arg="dir" op="equ" val="norm">
                <dgm:constrLst>
                  <dgm:constr type="lMarg"/>
                  <dgm:constr type="rMarg" refType="primFontSz" fact="0.2"/>
                  <dgm:constr type="tMarg"/>
                  <dgm:constr type="bMarg"/>
                </dgm:constrLst>
              </dgm:if>
              <dgm:else name="Name30">
                <dgm:constrLst>
                  <dgm:constr type="rMarg"/>
                  <dgm:constr type="lMarg" refType="primFontSz" fact="0.2"/>
                  <dgm:constr type="tMarg"/>
                  <dgm:constr type="bMarg"/>
                </dgm:constrLst>
              </dgm:else>
            </dgm:choose>
            <dgm:ruleLst>
              <dgm:rule type="primFontSz" val="5" fact="NaN" max="NaN"/>
            </dgm:ruleLst>
          </dgm:layoutNode>
          <dgm:layoutNode name="desTx" styleLbl="revTx">
            <dgm:varLst>
              <dgm:bulletEnabled val="1"/>
            </dgm:varLst>
            <dgm:choose name="Name31">
              <dgm:if name="Name32" func="var" arg="dir" op="equ" val="norm">
                <dgm:alg type="tx">
                  <dgm:param type="autoTxRot" val="grav"/>
                  <dgm:param type="parTxLTRAlign" val="l"/>
                  <dgm:param type="shpTxLTRAlignCh" val="l"/>
                  <dgm:param type="stBulletLvl" val="1"/>
                  <dgm:param type="txAnchorVert" val="mid"/>
                </dgm:alg>
                <dgm:shape xmlns:r="http://schemas.openxmlformats.org/officeDocument/2006/relationships" rot="295" type="rect" r:blip="">
                  <dgm:adjLst/>
                </dgm:shape>
                <dgm:presOf axis="des" ptType="node"/>
              </dgm:if>
              <dgm:else name="Name33">
                <dgm:alg type="tx">
                  <dgm:param type="autoTxRot" val="grav"/>
                  <dgm:param type="parTxLTRAlign" val="r"/>
                  <dgm:param type="shpTxLTRAlignCh" val="r"/>
                  <dgm:param type="stBulletLvl" val="1"/>
                  <dgm:param type="txAnchorVert" val="mid"/>
                </dgm:alg>
                <dgm:shape xmlns:r="http://schemas.openxmlformats.org/officeDocument/2006/relationships" rot="65" type="rect" r:blip="">
                  <dgm:adjLst/>
                </dgm:shape>
                <dgm:presOf axis="des" ptType="node"/>
              </dgm:else>
            </dgm:choose>
            <dgm:choose name="Name34">
              <dgm:if name="Name35" func="var" arg="dir" op="equ" val="norm">
                <dgm:constrLst>
                  <dgm:constr type="rMarg"/>
                  <dgm:constr type="lMarg" refType="primFontSz" fact="0.2"/>
                  <dgm:constr type="tMarg"/>
                  <dgm:constr type="bMarg"/>
                </dgm:constrLst>
              </dgm:if>
              <dgm:else name="Name36">
                <dgm:constrLst>
                  <dgm:constr type="lMarg"/>
                  <dgm:constr type="rMarg" refType="primFontSz" fact="0.2"/>
                  <dgm:constr type="tMarg"/>
                  <dgm:constr type="b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layoutNode name="desBackupRightNorm">
          <dgm:alg type="sp"/>
          <dgm:shape xmlns:r="http://schemas.openxmlformats.org/officeDocument/2006/relationships" r:blip="">
            <dgm:adjLst/>
          </dgm:shape>
          <dgm:presOf/>
        </dgm:layoutNode>
        <dgm:choose name="Name37">
          <dgm:if name="Name38" func="var" arg="dir" op="neq" val="norm">
            <dgm:choose name="Name39">
              <dgm:if name="Name40" axis="self" ptType="node" func="revPos" op="neq" val="1">
                <dgm:layoutNode name="desBackupLeftRev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41"/>
            </dgm:choose>
          </dgm:if>
          <dgm:else name="Name42"/>
        </dgm:choose>
        <dgm:forEach name="Name43" axis="followSib" ptType="sibTrans" hideLastTrans="0" cnt="1">
          <dgm:layoutNode name="desSpace">
            <dgm:alg type="sp"/>
            <dgm:shape xmlns:r="http://schemas.openxmlformats.org/officeDocument/2006/relationships" r:blip="">
              <dgm:adjLst/>
            </dgm:shape>
            <dgm:presOf/>
          </dgm:layoutNode>
        </dgm:forEach>
      </dgm:forEach>
      <dgm:choose name="Name44">
        <dgm:if name="Name45" func="var" arg="dir" op="neq" val="norm">
          <dgm:layoutNode name="parBackupRev">
            <dgm:alg type="sp"/>
            <dgm:shape xmlns:r="http://schemas.openxmlformats.org/officeDocument/2006/relationships" r:blip="">
              <dgm:adjLst/>
            </dgm:shape>
            <dgm:presOf/>
          </dgm:layoutNode>
        </dgm:if>
        <dgm:else name="Name4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4C6E1-AF92-4FB7-A013-0B520EBC30AE}" type="datetimeFigureOut">
              <a:rPr lang="en-US"/>
              <a:t>10/8/2026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52D9BF-D574-4807-B36C-9E2A025BE82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67921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C10850-0874-4A61-99B4-D613C5E8D9EA}" type="datetimeFigureOut">
              <a:rPr lang="en-US"/>
              <a:t>10/8/2026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11EC53-F507-411E-9ADC-FBCFECE09D3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8182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1EC53-F507-411E-9ADC-FBCFECE09D3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644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lt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8246" y="1828800"/>
            <a:ext cx="9220200" cy="2147926"/>
          </a:xfrm>
        </p:spPr>
        <p:txBody>
          <a:bodyPr anchor="ctr">
            <a:normAutofit/>
          </a:bodyPr>
          <a:lstStyle>
            <a:lvl1pPr algn="ctr">
              <a:defRPr sz="4400" cap="all" normalizeH="0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8246" y="4063998"/>
            <a:ext cx="9220200" cy="10160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63" y="482600"/>
            <a:ext cx="10360501" cy="1219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163" y="1803401"/>
            <a:ext cx="10360501" cy="4470400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308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3" y="1524002"/>
            <a:ext cx="9751060" cy="1992597"/>
          </a:xfrm>
        </p:spPr>
        <p:txBody>
          <a:bodyPr anchor="b" anchorCtr="0">
            <a:noAutofit/>
          </a:bodyPr>
          <a:lstStyle>
            <a:lvl1pPr algn="ctr">
              <a:defRPr sz="4400" b="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3632200"/>
            <a:ext cx="9751060" cy="1016000"/>
          </a:xfrm>
        </p:spPr>
        <p:txBody>
          <a:bodyPr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2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90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63" y="482600"/>
            <a:ext cx="10360501" cy="1219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162" y="1803401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400"/>
            </a:lvl6pPr>
            <a:lvl7pPr marL="2669581">
              <a:defRPr sz="1400"/>
            </a:lvl7pPr>
            <a:lvl8pPr marL="2669581">
              <a:defRPr sz="1400"/>
            </a:lvl8pPr>
            <a:lvl9pPr marL="2669581"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7559" y="1803401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 marL="2669581">
              <a:defRPr sz="1400" baseline="0"/>
            </a:lvl6pPr>
            <a:lvl7pPr marL="2669581">
              <a:defRPr sz="1400" baseline="0"/>
            </a:lvl7pPr>
            <a:lvl8pPr marL="2669581">
              <a:defRPr sz="1400" baseline="0"/>
            </a:lvl8pPr>
            <a:lvl9pPr marL="2669581"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58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63" y="482600"/>
            <a:ext cx="10360501" cy="1219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162" y="1803400"/>
            <a:ext cx="4977104" cy="914400"/>
          </a:xfrm>
        </p:spPr>
        <p:txBody>
          <a:bodyPr anchor="ctr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2" indent="0">
              <a:buNone/>
              <a:defRPr sz="2100" b="1"/>
            </a:lvl5pPr>
            <a:lvl6pPr marL="3047466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162" y="2717800"/>
            <a:ext cx="4977104" cy="3556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 marL="2669581">
              <a:defRPr sz="1400"/>
            </a:lvl6pPr>
            <a:lvl7pPr marL="2669581">
              <a:defRPr sz="1400"/>
            </a:lvl7pPr>
            <a:lvl8pPr marL="2669581">
              <a:defRPr sz="1400"/>
            </a:lvl8pPr>
            <a:lvl9pPr marL="2669581"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7559" y="1803400"/>
            <a:ext cx="4977104" cy="914400"/>
          </a:xfrm>
        </p:spPr>
        <p:txBody>
          <a:bodyPr anchor="ctr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2" indent="0">
              <a:buNone/>
              <a:defRPr sz="2100" b="1"/>
            </a:lvl5pPr>
            <a:lvl6pPr marL="3047466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7559" y="2717800"/>
            <a:ext cx="4977104" cy="3556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 marL="2669581">
              <a:defRPr sz="1400"/>
            </a:lvl6pPr>
            <a:lvl7pPr marL="2669581">
              <a:defRPr sz="1400"/>
            </a:lvl7pPr>
            <a:lvl8pPr marL="2669581">
              <a:defRPr sz="1400" baseline="0"/>
            </a:lvl8pPr>
            <a:lvl9pPr marL="2669581"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680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163" y="482600"/>
            <a:ext cx="10360501" cy="1219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684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342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1163" y="482600"/>
            <a:ext cx="3961368" cy="1422400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-1115"/>
            <a:ext cx="7618016" cy="6859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2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507868" y="482602"/>
            <a:ext cx="6602280" cy="584200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21163" y="2108200"/>
            <a:ext cx="3961368" cy="4267200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600"/>
              </a:spcBef>
              <a:buNone/>
              <a:defRPr sz="2000">
                <a:solidFill>
                  <a:schemeClr val="tx1"/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2" indent="0">
              <a:buNone/>
              <a:defRPr sz="1200"/>
            </a:lvl5pPr>
            <a:lvl6pPr marL="3047466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311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9134" y="1905000"/>
            <a:ext cx="5180251" cy="1727200"/>
          </a:xfrm>
        </p:spPr>
        <p:txBody>
          <a:bodyPr anchor="b" anchorCtr="0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-1115"/>
            <a:ext cx="6093594" cy="6859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2400"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07870" y="482601"/>
            <a:ext cx="5077859" cy="5862706"/>
          </a:xfrm>
          <a:noFill/>
          <a:ln w="9525">
            <a:noFill/>
            <a:miter lim="800000"/>
          </a:ln>
          <a:effectLst/>
        </p:spPr>
        <p:txBody>
          <a:bodyPr>
            <a:normAutofit/>
          </a:bodyPr>
          <a:lstStyle>
            <a:lvl1pPr marL="0" indent="0" algn="ctr">
              <a:buNone/>
              <a:defRPr sz="27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2" indent="0">
              <a:buNone/>
              <a:defRPr sz="2700"/>
            </a:lvl5pPr>
            <a:lvl6pPr marL="3047466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99134" y="3733800"/>
            <a:ext cx="5180251" cy="172720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2000">
                <a:solidFill>
                  <a:schemeClr val="tx1"/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2" indent="0">
              <a:buNone/>
              <a:defRPr sz="1200"/>
            </a:lvl5pPr>
            <a:lvl6pPr marL="3047466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990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lternate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1163" y="482600"/>
            <a:ext cx="3961368" cy="1422400"/>
          </a:xfrm>
        </p:spPr>
        <p:txBody>
          <a:bodyPr anchor="b" anchorCtr="0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-1115"/>
            <a:ext cx="7618016" cy="6859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2400"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07869" y="482602"/>
            <a:ext cx="6602281" cy="5842001"/>
          </a:xfrm>
          <a:noFill/>
          <a:ln w="9525">
            <a:noFill/>
            <a:miter lim="800000"/>
          </a:ln>
          <a:effectLst/>
        </p:spPr>
        <p:txBody>
          <a:bodyPr>
            <a:normAutofit/>
          </a:bodyPr>
          <a:lstStyle>
            <a:lvl1pPr marL="0" indent="0" algn="ctr">
              <a:buNone/>
              <a:defRPr sz="27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2" indent="0">
              <a:buNone/>
              <a:defRPr sz="2700"/>
            </a:lvl5pPr>
            <a:lvl6pPr marL="3047466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21163" y="2108200"/>
            <a:ext cx="3961368" cy="426720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2000">
                <a:solidFill>
                  <a:schemeClr val="tx1"/>
                </a:solidFill>
              </a:defRPr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2" indent="0">
              <a:buNone/>
              <a:defRPr sz="1200"/>
            </a:lvl5pPr>
            <a:lvl6pPr marL="3047466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744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2669581">
              <a:defRPr baseline="0"/>
            </a:lvl6pPr>
            <a:lvl7pPr marL="2669581">
              <a:defRPr baseline="0"/>
            </a:lvl7pPr>
            <a:lvl8pPr marL="2669581">
              <a:defRPr baseline="0"/>
            </a:lvl8pPr>
            <a:lvl9pPr marL="2669581"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475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40043" y="685800"/>
            <a:ext cx="1843982" cy="55880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163" y="685800"/>
            <a:ext cx="9040045" cy="5588002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9059-F1D6-41D0-95CF-D21CAA096B3A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D5434-F838-4DD4-A17B-1CB1A185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763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163" y="482600"/>
            <a:ext cx="10360501" cy="1219200"/>
          </a:xfrm>
          <a:prstGeom prst="rect">
            <a:avLst/>
          </a:prstGeom>
          <a:effectLst/>
        </p:spPr>
        <p:txBody>
          <a:bodyPr vert="horz" lIns="121899" tIns="60949" rIns="121899" bIns="60949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163" y="1803401"/>
            <a:ext cx="10360501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163" y="6375400"/>
            <a:ext cx="7414869" cy="195072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35324" y="6375400"/>
            <a:ext cx="1422030" cy="195072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3B9B9059-F1D6-41D0-95CF-D21CAA096B3A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41760" y="6375400"/>
            <a:ext cx="832903" cy="195072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FD5434-F838-4DD4-A17B-1CB1A1850D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9488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8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9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90000"/>
        <a:buFont typeface="Cambria" pitchFamily="18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100000"/>
        <a:buFont typeface="Cambria" pitchFamily="18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99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100000"/>
        <a:buFont typeface="Cambria" pitchFamily="18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59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100000"/>
        <a:buFont typeface="Cambria" pitchFamily="18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74320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2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6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7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Issa’s events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Onboarding/Offboarding Progress and Milestones</a:t>
            </a:r>
          </a:p>
        </p:txBody>
      </p:sp>
    </p:spTree>
    <p:extLst>
      <p:ext uri="{BB962C8B-B14F-4D97-AF65-F5344CB8AC3E}">
        <p14:creationId xmlns:p14="http://schemas.microsoft.com/office/powerpoint/2010/main" val="1017029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2: requirements &amp; architecture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914163" y="1803401"/>
            <a:ext cx="10360501" cy="2539999"/>
          </a:xfrm>
        </p:spPr>
        <p:txBody>
          <a:bodyPr>
            <a:normAutofit/>
          </a:bodyPr>
          <a:lstStyle/>
          <a:p>
            <a:pPr lvl="0"/>
            <a:r>
              <a:rPr lang="en-US" sz="2000" dirty="0"/>
              <a:t>Defined system requirements and architecture</a:t>
            </a:r>
          </a:p>
          <a:p>
            <a:pPr lvl="0"/>
            <a:r>
              <a:rPr lang="en-US" sz="2000" dirty="0"/>
              <a:t>Planned database structure</a:t>
            </a:r>
          </a:p>
          <a:p>
            <a:pPr lvl="0"/>
            <a:r>
              <a:rPr lang="en-US" sz="2000" dirty="0"/>
              <a:t>Defined user roles and permissions</a:t>
            </a:r>
          </a:p>
          <a:p>
            <a:pPr lvl="0"/>
            <a:r>
              <a:rPr lang="en-US" sz="2000" dirty="0"/>
              <a:t>Created onboarding/offboarding workflows</a:t>
            </a:r>
          </a:p>
          <a:p>
            <a:pPr lvl="0"/>
            <a:r>
              <a:rPr lang="en-US" sz="2000" dirty="0"/>
              <a:t>Developed initial UI/user paths</a:t>
            </a:r>
          </a:p>
        </p:txBody>
      </p:sp>
      <p:pic>
        <p:nvPicPr>
          <p:cNvPr id="37" name="Graphic 36" descr="Users with solid fill">
            <a:extLst>
              <a:ext uri="{FF2B5EF4-FFF2-40B4-BE49-F238E27FC236}">
                <a16:creationId xmlns:a16="http://schemas.microsoft.com/office/drawing/2014/main" id="{943AE0A4-297C-1CDD-76ED-C6C41B9390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3462" y="4964992"/>
            <a:ext cx="914400" cy="914400"/>
          </a:xfrm>
          <a:prstGeom prst="rect">
            <a:avLst/>
          </a:prstGeom>
        </p:spPr>
      </p:pic>
      <p:pic>
        <p:nvPicPr>
          <p:cNvPr id="39" name="Graphic 38" descr="Server outline">
            <a:extLst>
              <a:ext uri="{FF2B5EF4-FFF2-40B4-BE49-F238E27FC236}">
                <a16:creationId xmlns:a16="http://schemas.microsoft.com/office/drawing/2014/main" id="{F2DBF7EB-2F0E-813E-D6ED-22BA1AA64E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2412" y="4964992"/>
            <a:ext cx="914400" cy="914400"/>
          </a:xfrm>
          <a:prstGeom prst="rect">
            <a:avLst/>
          </a:prstGeom>
        </p:spPr>
      </p:pic>
      <p:pic>
        <p:nvPicPr>
          <p:cNvPr id="56" name="Graphic 55" descr="Laptop with solid fill">
            <a:extLst>
              <a:ext uri="{FF2B5EF4-FFF2-40B4-BE49-F238E27FC236}">
                <a16:creationId xmlns:a16="http://schemas.microsoft.com/office/drawing/2014/main" id="{39762BEC-BD13-C346-801A-79096643B8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7435" y="4964992"/>
            <a:ext cx="914400" cy="914400"/>
          </a:xfrm>
          <a:prstGeom prst="rect">
            <a:avLst/>
          </a:prstGeom>
        </p:spPr>
      </p:pic>
      <p:pic>
        <p:nvPicPr>
          <p:cNvPr id="58" name="Graphic 57" descr="Database with solid fill">
            <a:extLst>
              <a:ext uri="{FF2B5EF4-FFF2-40B4-BE49-F238E27FC236}">
                <a16:creationId xmlns:a16="http://schemas.microsoft.com/office/drawing/2014/main" id="{2586BD64-ACB0-7429-3081-ED05D4A701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4190" y="4964992"/>
            <a:ext cx="914400" cy="914400"/>
          </a:xfrm>
          <a:prstGeom prst="rect">
            <a:avLst/>
          </a:prstGeom>
        </p:spPr>
      </p:pic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B360A39-A289-44E6-8341-42606945EADF}"/>
              </a:ext>
            </a:extLst>
          </p:cNvPr>
          <p:cNvCxnSpPr/>
          <p:nvPr/>
        </p:nvCxnSpPr>
        <p:spPr>
          <a:xfrm>
            <a:off x="3579812" y="5422192"/>
            <a:ext cx="685800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922F5DC-E2AF-4BE8-4D9B-1A442C2F50AA}"/>
              </a:ext>
            </a:extLst>
          </p:cNvPr>
          <p:cNvCxnSpPr/>
          <p:nvPr/>
        </p:nvCxnSpPr>
        <p:spPr>
          <a:xfrm>
            <a:off x="6094412" y="5422192"/>
            <a:ext cx="685800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A9E1969-CA43-06FB-7907-1639CD0F3C1E}"/>
              </a:ext>
            </a:extLst>
          </p:cNvPr>
          <p:cNvCxnSpPr/>
          <p:nvPr/>
        </p:nvCxnSpPr>
        <p:spPr>
          <a:xfrm>
            <a:off x="8151812" y="5422192"/>
            <a:ext cx="685800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74CD3EB0-700B-191B-76D4-CB184E1F2838}"/>
              </a:ext>
            </a:extLst>
          </p:cNvPr>
          <p:cNvSpPr txBox="1"/>
          <p:nvPr/>
        </p:nvSpPr>
        <p:spPr>
          <a:xfrm>
            <a:off x="2303462" y="5913735"/>
            <a:ext cx="1047750" cy="46166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/>
              <a:t>Users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E40BDE6-4240-D1BF-C33D-84E99C8C5E7C}"/>
              </a:ext>
            </a:extLst>
          </p:cNvPr>
          <p:cNvSpPr txBox="1"/>
          <p:nvPr/>
        </p:nvSpPr>
        <p:spPr>
          <a:xfrm>
            <a:off x="4358648" y="5923816"/>
            <a:ext cx="1671973" cy="46166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/>
              <a:t>Web App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9927144-7063-0DDF-50EA-71CBA928542C}"/>
              </a:ext>
            </a:extLst>
          </p:cNvPr>
          <p:cNvSpPr txBox="1"/>
          <p:nvPr/>
        </p:nvSpPr>
        <p:spPr>
          <a:xfrm>
            <a:off x="6717193" y="5923816"/>
            <a:ext cx="1671972" cy="46166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/>
              <a:t>Backend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AA5239E-7612-19BD-9363-6A221F24335F}"/>
              </a:ext>
            </a:extLst>
          </p:cNvPr>
          <p:cNvSpPr txBox="1"/>
          <p:nvPr/>
        </p:nvSpPr>
        <p:spPr>
          <a:xfrm>
            <a:off x="8837612" y="5923816"/>
            <a:ext cx="1819275" cy="46166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/>
              <a:t>Database</a:t>
            </a:r>
          </a:p>
        </p:txBody>
      </p:sp>
    </p:spTree>
    <p:extLst>
      <p:ext uri="{BB962C8B-B14F-4D97-AF65-F5344CB8AC3E}">
        <p14:creationId xmlns:p14="http://schemas.microsoft.com/office/powerpoint/2010/main" val="3912520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078A7-1A1E-EC75-2E1C-16F66F2F0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MILESTONES 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1665414-7C96-704C-44E7-DC90724FCE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4281179"/>
              </p:ext>
            </p:extLst>
          </p:nvPr>
        </p:nvGraphicFramePr>
        <p:xfrm>
          <a:off x="914400" y="1295400"/>
          <a:ext cx="10590212" cy="434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Graphic 5" descr="Diamond Suit with solid fill">
            <a:extLst>
              <a:ext uri="{FF2B5EF4-FFF2-40B4-BE49-F238E27FC236}">
                <a16:creationId xmlns:a16="http://schemas.microsoft.com/office/drawing/2014/main" id="{071DDCCA-9D0B-FCCC-7F67-FCC3BA3A5B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56012" y="4826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192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0EC5E-817E-FEC1-8C67-3AC27C56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progress- phase 3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96A37E4-1910-6565-D928-4564DAACC7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9404089"/>
              </p:ext>
            </p:extLst>
          </p:nvPr>
        </p:nvGraphicFramePr>
        <p:xfrm>
          <a:off x="914400" y="1803400"/>
          <a:ext cx="10360025" cy="447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4208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C3653-B4C8-2CF8-8737-E9971686A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1163" y="482600"/>
            <a:ext cx="3961368" cy="1422400"/>
          </a:xfrm>
        </p:spPr>
        <p:txBody>
          <a:bodyPr anchor="b">
            <a:normAutofit/>
          </a:bodyPr>
          <a:lstStyle/>
          <a:p>
            <a:r>
              <a:rPr lang="en-US" dirty="0"/>
              <a:t>Phase 3: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F4B32C9-2EED-2E53-C804-A13A9D904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21163" y="2108200"/>
            <a:ext cx="3961368" cy="1007908"/>
          </a:xfrm>
        </p:spPr>
        <p:txBody>
          <a:bodyPr/>
          <a:lstStyle/>
          <a:p>
            <a:pPr algn="ctr"/>
            <a:r>
              <a:rPr lang="en-US" dirty="0"/>
              <a:t>Development Priorities &amp; Next Milestone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FA04BE6-4743-B806-4801-6846AE300A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083714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KeyContentTable"/>
                  </p202:designTagLst>
                </p202:designPr>
              </p:ext>
            </p:extLst>
          </p:nvPr>
        </p:nvGraphicFramePr>
        <p:xfrm>
          <a:off x="507868" y="838201"/>
          <a:ext cx="6602280" cy="5807382"/>
        </p:xfrm>
        <a:graphic>
          <a:graphicData uri="http://schemas.openxmlformats.org/drawingml/2006/table">
            <a:tbl>
              <a:tblPr bandRow="1">
                <a:tableStyleId>{D03447BB-5D67-496B-8E87-E561075AD55C}</a:tableStyleId>
              </a:tblPr>
              <a:tblGrid>
                <a:gridCol w="2614744">
                  <a:extLst>
                    <a:ext uri="{9D8B030D-6E8A-4147-A177-3AD203B41FA5}">
                      <a16:colId xmlns:a16="http://schemas.microsoft.com/office/drawing/2014/main" val="3569315477"/>
                    </a:ext>
                  </a:extLst>
                </a:gridCol>
                <a:gridCol w="3987536">
                  <a:extLst>
                    <a:ext uri="{9D8B030D-6E8A-4147-A177-3AD203B41FA5}">
                      <a16:colId xmlns:a16="http://schemas.microsoft.com/office/drawing/2014/main" val="2009076548"/>
                    </a:ext>
                  </a:extLst>
                </a:gridCol>
              </a:tblGrid>
              <a:tr h="5469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/>
                        <a:t>Authentications and Roles</a:t>
                      </a:r>
                      <a:endParaRPr lang="en-US" sz="1800" dirty="0"/>
                    </a:p>
                  </a:txBody>
                  <a:tcPr marL="90723" marR="90723" marT="45361" marB="453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Log-in and role-based access</a:t>
                      </a:r>
                    </a:p>
                  </a:txBody>
                  <a:tcPr marL="90723" marR="90723" marT="45361" marB="453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13874"/>
                  </a:ext>
                </a:extLst>
              </a:tr>
              <a:tr h="10336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/>
                        <a:t>Onboarding &amp; Offboarding</a:t>
                      </a:r>
                      <a:endParaRPr lang="en-US" sz="1800" dirty="0"/>
                    </a:p>
                  </a:txBody>
                  <a:tcPr marL="90723" marR="90723" marT="45361" marB="453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Checklists and task progress</a:t>
                      </a:r>
                    </a:p>
                  </a:txBody>
                  <a:tcPr marL="90723" marR="90723" marT="45361" marB="453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7263185"/>
                  </a:ext>
                </a:extLst>
              </a:tr>
              <a:tr h="10336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/>
                        <a:t>Dashboard</a:t>
                      </a:r>
                      <a:endParaRPr lang="en-US" sz="1800" dirty="0"/>
                    </a:p>
                  </a:txBody>
                  <a:tcPr marL="90723" marR="90723" marT="45361" marB="453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View employee and task status</a:t>
                      </a:r>
                    </a:p>
                  </a:txBody>
                  <a:tcPr marL="90723" marR="90723" marT="45361" marB="453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617587"/>
                  </a:ext>
                </a:extLst>
              </a:tr>
              <a:tr h="10336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/>
                        <a:t>Employee Management</a:t>
                      </a:r>
                      <a:endParaRPr lang="en-US" sz="1800" dirty="0"/>
                    </a:p>
                  </a:txBody>
                  <a:tcPr marL="90723" marR="90723" marT="45361" marB="453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Profiles and employee records</a:t>
                      </a:r>
                    </a:p>
                  </a:txBody>
                  <a:tcPr marL="90723" marR="90723" marT="45361" marB="453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5347694"/>
                  </a:ext>
                </a:extLst>
              </a:tr>
              <a:tr h="10336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/>
                        <a:t>Equipment Inventory</a:t>
                      </a:r>
                      <a:endParaRPr lang="en-US" sz="1800" dirty="0"/>
                    </a:p>
                  </a:txBody>
                  <a:tcPr marL="90723" marR="90723" marT="45361" marB="453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Assign and track devices</a:t>
                      </a:r>
                    </a:p>
                  </a:txBody>
                  <a:tcPr marL="90723" marR="90723" marT="45361" marB="453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330606"/>
                  </a:ext>
                </a:extLst>
              </a:tr>
              <a:tr h="10336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/>
                        <a:t>Help Desk</a:t>
                      </a:r>
                    </a:p>
                  </a:txBody>
                  <a:tcPr marL="90723" marR="90723" marT="45361" marB="453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Submit and track IT tickets</a:t>
                      </a:r>
                    </a:p>
                  </a:txBody>
                  <a:tcPr marL="90723" marR="90723" marT="45361" marB="4536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7858830"/>
                  </a:ext>
                </a:extLst>
              </a:tr>
            </a:tbl>
          </a:graphicData>
        </a:graphic>
      </p:graphicFrame>
      <p:pic>
        <p:nvPicPr>
          <p:cNvPr id="7" name="Graphic 6" descr="Bullseye with solid fill">
            <a:extLst>
              <a:ext uri="{FF2B5EF4-FFF2-40B4-BE49-F238E27FC236}">
                <a16:creationId xmlns:a16="http://schemas.microsoft.com/office/drawing/2014/main" id="{6B8C6242-BFFB-E27E-BF63-91A3C8429C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21163" y="3741892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D37F10-A378-F01E-CC8A-917D3700DBD1}"/>
              </a:ext>
            </a:extLst>
          </p:cNvPr>
          <p:cNvSpPr txBox="1"/>
          <p:nvPr/>
        </p:nvSpPr>
        <p:spPr>
          <a:xfrm>
            <a:off x="5638800" y="2975810"/>
            <a:ext cx="914400" cy="9144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4BBE7B-4BEB-B247-12F3-C1548DAEECC2}"/>
              </a:ext>
            </a:extLst>
          </p:cNvPr>
          <p:cNvSpPr txBox="1"/>
          <p:nvPr/>
        </p:nvSpPr>
        <p:spPr>
          <a:xfrm>
            <a:off x="8709912" y="3669702"/>
            <a:ext cx="3251702" cy="156966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Next Major Milestone: M3</a:t>
            </a:r>
          </a:p>
          <a:p>
            <a:r>
              <a:rPr lang="en-US" dirty="0">
                <a:solidFill>
                  <a:schemeClr val="bg1"/>
                </a:solidFill>
              </a:rPr>
              <a:t>MVP Development Complete</a:t>
            </a:r>
          </a:p>
        </p:txBody>
      </p:sp>
    </p:spTree>
    <p:extLst>
      <p:ext uri="{BB962C8B-B14F-4D97-AF65-F5344CB8AC3E}">
        <p14:creationId xmlns:p14="http://schemas.microsoft.com/office/powerpoint/2010/main" val="2474565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rimson landscape design templat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</a:schemeClr>
            </a:gs>
            <a:gs pos="65000">
              <a:schemeClr val="phClr">
                <a:tint val="100000"/>
                <a:shade val="40000"/>
                <a:satMod val="100000"/>
              </a:schemeClr>
            </a:gs>
            <a:gs pos="100000">
              <a:schemeClr val="phClr">
                <a:shade val="5000"/>
                <a:satMod val="100000"/>
              </a:schemeClr>
            </a:gs>
          </a:gsLst>
          <a:path path="circle">
            <a:fillToRect l="25000" t="25000" r="25000" b="25000"/>
          </a:path>
        </a:gradFill>
        <a:gradFill flip="none" rotWithShape="1">
          <a:gsLst>
            <a:gs pos="17000">
              <a:schemeClr val="phClr"/>
            </a:gs>
            <a:gs pos="71000">
              <a:schemeClr val="phClr">
                <a:tint val="100000"/>
                <a:shade val="40000"/>
                <a:satMod val="100000"/>
              </a:schemeClr>
            </a:gs>
            <a:gs pos="100000">
              <a:schemeClr val="phClr">
                <a:shade val="5000"/>
                <a:satMod val="1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>
        <a:ln w="190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F03460512.potx" id="{FAD57A1D-FD3F-410E-BC16-DC0572F34EA3}" vid="{8B1535A0-4296-40FA-BB7E-C6BB75A63359}"/>
    </a:ext>
  </a:extLst>
</a:theme>
</file>

<file path=ppt/theme/theme2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Crimson landscape design slides</Template>
  <TotalTime>508</TotalTime>
  <Words>184</Words>
  <Application>Microsoft Office PowerPoint</Application>
  <PresentationFormat>Custom</PresentationFormat>
  <Paragraphs>54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Cambria</vt:lpstr>
      <vt:lpstr>Century Gothic</vt:lpstr>
      <vt:lpstr>Crimson landscape design template</vt:lpstr>
      <vt:lpstr>Issa’s events</vt:lpstr>
      <vt:lpstr>Phase 2: requirements &amp; architecture</vt:lpstr>
      <vt:lpstr>MILESTONES  </vt:lpstr>
      <vt:lpstr>Project progress- phase 3</vt:lpstr>
      <vt:lpstr>Phase 3: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Jennifer Sanchez</dc:creator>
  <cp:lastModifiedBy>Jennifer Sanchez</cp:lastModifiedBy>
  <cp:revision>1</cp:revision>
  <dcterms:created xsi:type="dcterms:W3CDTF">2026-10-08T15:18:29Z</dcterms:created>
  <dcterms:modified xsi:type="dcterms:W3CDTF">2026-10-08T23:47:09Z</dcterms:modified>
</cp:coreProperties>
</file>