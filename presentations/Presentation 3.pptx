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4"/>
  </p:notesMasterIdLst>
  <p:handoutMasterIdLst>
    <p:handoutMasterId r:id="rId5"/>
  </p:handoutMasterIdLst>
  <p:sldIdLst>
    <p:sldId id="259" r:id="rId2"/>
    <p:sldId id="263" r:id="rId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304" userDrawn="1">
          <p15:clr>
            <a:srgbClr val="A4A3A4"/>
          </p15:clr>
        </p15:guide>
        <p15:guide id="3" orient="horz" pos="4144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  <p15:guide id="5" orient="horz" pos="1136" userDrawn="1">
          <p15:clr>
            <a:srgbClr val="A4A3A4"/>
          </p15:clr>
        </p15:guide>
        <p15:guide id="6" pos="3839" userDrawn="1">
          <p15:clr>
            <a:srgbClr val="A4A3A4"/>
          </p15:clr>
        </p15:guide>
        <p15:guide id="7" pos="191" userDrawn="1">
          <p15:clr>
            <a:srgbClr val="A4A3A4"/>
          </p15:clr>
        </p15:guide>
        <p15:guide id="8" pos="7486" userDrawn="1">
          <p15:clr>
            <a:srgbClr val="A4A3A4"/>
          </p15:clr>
        </p15:guide>
        <p15:guide id="9" pos="576" userDrawn="1">
          <p15:clr>
            <a:srgbClr val="A4A3A4"/>
          </p15:clr>
        </p15:guide>
        <p15:guide id="10" pos="71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3447BB-5D67-496B-8E87-E561075AD55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60" d="100"/>
          <a:sy n="60" d="100"/>
        </p:scale>
        <p:origin x="96" y="1056"/>
      </p:cViewPr>
      <p:guideLst>
        <p:guide orient="horz" pos="2160"/>
        <p:guide orient="horz" pos="304"/>
        <p:guide orient="horz" pos="4144"/>
        <p:guide orient="horz" pos="3952"/>
        <p:guide orient="horz" pos="1136"/>
        <p:guide pos="3839"/>
        <p:guide pos="191"/>
        <p:guide pos="7486"/>
        <p:guide pos="576"/>
        <p:guide pos="71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1680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4C6E1-AF92-4FB7-A013-0B520EBC30AE}" type="datetimeFigureOut">
              <a:rPr lang="en-US"/>
              <a:t>10/28/2026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2D9BF-D574-4807-B36C-9E2A025BE82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792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10850-0874-4A61-99B4-D613C5E8D9EA}" type="datetimeFigureOut">
              <a:rPr lang="en-US"/>
              <a:t>10/28/2026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1EC53-F507-411E-9ADC-FBCFECE09D3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818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1EC53-F507-411E-9ADC-FBCFECE09D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44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8246" y="1828800"/>
            <a:ext cx="9220200" cy="2147926"/>
          </a:xfrm>
        </p:spPr>
        <p:txBody>
          <a:bodyPr anchor="ctr">
            <a:normAutofit/>
          </a:bodyPr>
          <a:lstStyle>
            <a:lvl1pPr algn="ctr">
              <a:defRPr sz="4400" cap="all" normalizeH="0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8246" y="4063998"/>
            <a:ext cx="9220200" cy="1016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163" y="1803401"/>
            <a:ext cx="10360501" cy="4470400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0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1524002"/>
            <a:ext cx="9751060" cy="1992597"/>
          </a:xfrm>
        </p:spPr>
        <p:txBody>
          <a:bodyPr anchor="b" anchorCtr="0">
            <a:noAutofit/>
          </a:bodyPr>
          <a:lstStyle>
            <a:lvl1pPr algn="ctr">
              <a:defRPr sz="4400" b="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3632200"/>
            <a:ext cx="9751060" cy="1016000"/>
          </a:xfrm>
        </p:spPr>
        <p:txBody>
          <a:bodyPr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0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162" y="1803401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400"/>
            </a:lvl6pPr>
            <a:lvl7pPr marL="2669581">
              <a:defRPr sz="1400"/>
            </a:lvl7pPr>
            <a:lvl8pPr marL="2669581">
              <a:defRPr sz="1400"/>
            </a:lvl8pPr>
            <a:lvl9pPr marL="2669581"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803401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 baseline="0"/>
            </a:lvl6pPr>
            <a:lvl7pPr marL="2669581">
              <a:defRPr sz="1400" baseline="0"/>
            </a:lvl7pPr>
            <a:lvl8pPr marL="2669581">
              <a:defRPr sz="1400" baseline="0"/>
            </a:lvl8pPr>
            <a:lvl9pPr marL="2669581"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62" y="1803400"/>
            <a:ext cx="4977104" cy="9144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2" indent="0">
              <a:buNone/>
              <a:defRPr sz="2100" b="1"/>
            </a:lvl5pPr>
            <a:lvl6pPr marL="3047466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162" y="2717800"/>
            <a:ext cx="4977104" cy="3556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/>
            </a:lvl6pPr>
            <a:lvl7pPr marL="2669581">
              <a:defRPr sz="1400"/>
            </a:lvl7pPr>
            <a:lvl8pPr marL="2669581">
              <a:defRPr sz="1400"/>
            </a:lvl8pPr>
            <a:lvl9pPr marL="2669581"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7559" y="1803400"/>
            <a:ext cx="4977104" cy="9144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2" indent="0">
              <a:buNone/>
              <a:defRPr sz="2100" b="1"/>
            </a:lvl5pPr>
            <a:lvl6pPr marL="3047466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717800"/>
            <a:ext cx="4977104" cy="3556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/>
            </a:lvl6pPr>
            <a:lvl7pPr marL="2669581">
              <a:defRPr sz="1400"/>
            </a:lvl7pPr>
            <a:lvl8pPr marL="2669581">
              <a:defRPr sz="1400" baseline="0"/>
            </a:lvl8pPr>
            <a:lvl9pPr marL="2669581"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8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8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4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07868" y="482602"/>
            <a:ext cx="6602280" cy="584200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4267200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1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134" y="1905000"/>
            <a:ext cx="5180251" cy="1727200"/>
          </a:xfrm>
        </p:spPr>
        <p:txBody>
          <a:bodyPr anchor="b" anchorCtr="0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-1115"/>
            <a:ext cx="6093594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07870" y="482601"/>
            <a:ext cx="5077859" cy="5862706"/>
          </a:xfrm>
          <a:noFill/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2" indent="0">
              <a:buNone/>
              <a:defRPr sz="2700"/>
            </a:lvl5pPr>
            <a:lvl6pPr marL="3047466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9134" y="3733800"/>
            <a:ext cx="5180251" cy="17272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9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lternat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 anchorCtr="0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07869" y="482602"/>
            <a:ext cx="6602281" cy="5842001"/>
          </a:xfrm>
          <a:noFill/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2" indent="0">
              <a:buNone/>
              <a:defRPr sz="2700"/>
            </a:lvl5pPr>
            <a:lvl6pPr marL="3047466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42672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4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2669581">
              <a:defRPr baseline="0"/>
            </a:lvl6pPr>
            <a:lvl7pPr marL="2669581">
              <a:defRPr baseline="0"/>
            </a:lvl7pPr>
            <a:lvl8pPr marL="2669581">
              <a:defRPr baseline="0"/>
            </a:lvl8pPr>
            <a:lvl9pPr marL="2669581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7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40043" y="685800"/>
            <a:ext cx="1843982" cy="5588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163" y="685800"/>
            <a:ext cx="9040045" cy="5588002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6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  <a:prstGeom prst="rect">
            <a:avLst/>
          </a:prstGeom>
          <a:effectLst/>
        </p:spPr>
        <p:txBody>
          <a:bodyPr vert="horz" lIns="121899" tIns="60949" rIns="121899" bIns="60949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63" y="1803401"/>
            <a:ext cx="10360501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163" y="6375400"/>
            <a:ext cx="7414869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35324" y="6375400"/>
            <a:ext cx="1422030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B9B9059-F1D6-41D0-95CF-D21CAA096B3A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41760" y="6375400"/>
            <a:ext cx="832903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48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9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90000"/>
        <a:buFont typeface="Cambria" pitchFamily="18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99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59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Issa’s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Onboarding/Offboarding Progress and Milestones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02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 – Milestone progress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60B1CCE-C4A9-ED4C-8258-9662DA66843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03217110"/>
              </p:ext>
            </p:extLst>
          </p:nvPr>
        </p:nvGraphicFramePr>
        <p:xfrm>
          <a:off x="914400" y="1803400"/>
          <a:ext cx="4976812" cy="42926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88406">
                  <a:extLst>
                    <a:ext uri="{9D8B030D-6E8A-4147-A177-3AD203B41FA5}">
                      <a16:colId xmlns:a16="http://schemas.microsoft.com/office/drawing/2014/main" val="3008713374"/>
                    </a:ext>
                  </a:extLst>
                </a:gridCol>
                <a:gridCol w="2488406">
                  <a:extLst>
                    <a:ext uri="{9D8B030D-6E8A-4147-A177-3AD203B41FA5}">
                      <a16:colId xmlns:a16="http://schemas.microsoft.com/office/drawing/2014/main" val="2458133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Development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59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User Authentication &amp; 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189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Employee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593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Onboarding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824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Offboarding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22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Equipment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 Verify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25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450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Help Desk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347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Testing &amp;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Behind Schedule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185879"/>
                  </a:ext>
                </a:extLst>
              </a:tr>
            </a:tbl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6B14A1-6952-4032-068C-20625B8F3B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97613" y="2638127"/>
            <a:ext cx="4976812" cy="280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3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Crimson landscape design templat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</a:schemeClr>
            </a:gs>
            <a:gs pos="65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25000" t="25000" r="25000" b="25000"/>
          </a:path>
        </a:gradFill>
        <a:gradFill flip="none" rotWithShape="1">
          <a:gsLst>
            <a:gs pos="17000">
              <a:schemeClr val="phClr"/>
            </a:gs>
            <a:gs pos="71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F03460512.potx" id="{FAD57A1D-FD3F-410E-BC16-DC0572F34EA3}" vid="{8B1535A0-4296-40FA-BB7E-C6BB75A63359}"/>
    </a:ext>
  </a:extLst>
</a:theme>
</file>

<file path=ppt/theme/theme2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Crimson landscape design slides</Template>
  <TotalTime>15</TotalTime>
  <Words>51</Words>
  <Application>Microsoft Office PowerPoint</Application>
  <PresentationFormat>Custom</PresentationFormat>
  <Paragraphs>22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Cambria</vt:lpstr>
      <vt:lpstr>Century Gothic</vt:lpstr>
      <vt:lpstr>Crimson landscape design template</vt:lpstr>
      <vt:lpstr>Issa’s events</vt:lpstr>
      <vt:lpstr>Phase 3 – Milestone progress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Sanchez</dc:creator>
  <cp:lastModifiedBy>Jennifer Sanchez</cp:lastModifiedBy>
  <cp:revision>1</cp:revision>
  <dcterms:created xsi:type="dcterms:W3CDTF">2026-10-28T16:28:38Z</dcterms:created>
  <dcterms:modified xsi:type="dcterms:W3CDTF">2026-10-28T16:44:17Z</dcterms:modified>
</cp:coreProperties>
</file>