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8"/>
  </p:notesMasterIdLst>
  <p:handoutMasterIdLst>
    <p:handoutMasterId r:id="rId9"/>
  </p:handoutMasterIdLst>
  <p:sldIdLst>
    <p:sldId id="259" r:id="rId2"/>
    <p:sldId id="260" r:id="rId3"/>
    <p:sldId id="262" r:id="rId4"/>
    <p:sldId id="264" r:id="rId5"/>
    <p:sldId id="263" r:id="rId6"/>
    <p:sldId id="265" r:id="rId7"/>
  </p:sldIdLst>
  <p:sldSz cx="12188825" cy="6858000"/>
  <p:notesSz cx="7102475" cy="9388475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53E5E1-A590-45EC-8588-07FC1ED031E6}" v="1" dt="2026-09-16T04:07:32.412"/>
  </p1510:revLst>
</p1510:revInfo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>
      <p:cViewPr varScale="1">
        <p:scale>
          <a:sx n="71" d="100"/>
          <a:sy n="71" d="100"/>
        </p:scale>
        <p:origin x="846" y="66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Sanchez" userId="a9ea43383a0623c7" providerId="LiveId" clId="{EF1BFEBD-4C3C-4420-A86F-26E35245D45B}"/>
    <pc:docChg chg="modSld modNotesMaster modHandout">
      <pc:chgData name="Jennifer Sanchez" userId="a9ea43383a0623c7" providerId="LiveId" clId="{EF1BFEBD-4C3C-4420-A86F-26E35245D45B}" dt="2026-09-16T16:39:39.963" v="2" actId="20577"/>
      <pc:docMkLst>
        <pc:docMk/>
      </pc:docMkLst>
      <pc:sldChg chg="modSp mod">
        <pc:chgData name="Jennifer Sanchez" userId="a9ea43383a0623c7" providerId="LiveId" clId="{EF1BFEBD-4C3C-4420-A86F-26E35245D45B}" dt="2026-09-16T16:39:39.963" v="2" actId="20577"/>
        <pc:sldMkLst>
          <pc:docMk/>
          <pc:sldMk cId="3912520735" sldId="260"/>
        </pc:sldMkLst>
        <pc:spChg chg="mod">
          <ac:chgData name="Jennifer Sanchez" userId="a9ea43383a0623c7" providerId="LiveId" clId="{EF1BFEBD-4C3C-4420-A86F-26E35245D45B}" dt="2026-09-16T16:39:39.963" v="2" actId="20577"/>
          <ac:spMkLst>
            <pc:docMk/>
            <pc:sldMk cId="3912520735" sldId="260"/>
            <ac:spMk id="1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442EA2-39BA-4C9A-AD59-755D4917D532}" type="doc">
      <dgm:prSet loTypeId="urn:microsoft.com/office/officeart/2008/layout/AlternatingHexagons" loCatId="list" qsTypeId="urn:microsoft.com/office/officeart/2005/8/quickstyle/simple3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4DF9FE7B-F642-4898-A360-D4E3814E1A3D}">
      <dgm:prSet phldrT="[Text]"/>
      <dgm:spPr/>
      <dgm:t>
        <a:bodyPr/>
        <a:lstStyle/>
        <a:p>
          <a:r>
            <a:rPr lang="en-US" dirty="0"/>
            <a:t>Phase 1</a:t>
          </a:r>
        </a:p>
      </dgm:t>
    </dgm:pt>
    <dgm:pt modelId="{1C10F06D-860A-4604-A7AD-02E614FE3976}" type="parTrans" cxnId="{EBD8BE8D-6018-43E2-B081-034BB5656EB6}">
      <dgm:prSet/>
      <dgm:spPr/>
      <dgm:t>
        <a:bodyPr/>
        <a:lstStyle/>
        <a:p>
          <a:endParaRPr lang="en-US"/>
        </a:p>
      </dgm:t>
    </dgm:pt>
    <dgm:pt modelId="{43C18EFF-81FC-4D70-8C6B-E95FF3730413}" type="sibTrans" cxnId="{EBD8BE8D-6018-43E2-B081-034BB5656EB6}">
      <dgm:prSet/>
      <dgm:spPr/>
      <dgm:t>
        <a:bodyPr/>
        <a:lstStyle/>
        <a:p>
          <a:endParaRPr lang="en-US"/>
        </a:p>
      </dgm:t>
    </dgm:pt>
    <dgm:pt modelId="{EFF2750D-B4B3-474C-8B62-8B638DC31F7E}">
      <dgm:prSet phldrT="[Text]"/>
      <dgm:spPr/>
      <dgm:t>
        <a:bodyPr/>
        <a:lstStyle/>
        <a:p>
          <a:r>
            <a:rPr lang="en-US"/>
            <a:t>Requirements and Planning</a:t>
          </a:r>
          <a:endParaRPr lang="en-US" dirty="0"/>
        </a:p>
      </dgm:t>
    </dgm:pt>
    <dgm:pt modelId="{AEBC78E6-CDDC-4C8F-A157-3C51E907FACD}" type="parTrans" cxnId="{A058DDA2-48CA-4E5B-B389-F71A59C262B0}">
      <dgm:prSet/>
      <dgm:spPr/>
      <dgm:t>
        <a:bodyPr/>
        <a:lstStyle/>
        <a:p>
          <a:endParaRPr lang="en-US"/>
        </a:p>
      </dgm:t>
    </dgm:pt>
    <dgm:pt modelId="{75C067D7-FCD2-4969-8F27-4BBDA88E75ED}" type="sibTrans" cxnId="{A058DDA2-48CA-4E5B-B389-F71A59C262B0}">
      <dgm:prSet/>
      <dgm:spPr/>
      <dgm:t>
        <a:bodyPr/>
        <a:lstStyle/>
        <a:p>
          <a:endParaRPr lang="en-US"/>
        </a:p>
      </dgm:t>
    </dgm:pt>
    <dgm:pt modelId="{3929B1E1-4BC4-4C73-ABE8-27CEF96A3652}">
      <dgm:prSet phldrT="[Text]"/>
      <dgm:spPr/>
      <dgm:t>
        <a:bodyPr/>
        <a:lstStyle/>
        <a:p>
          <a:r>
            <a:rPr lang="en-US" dirty="0"/>
            <a:t>Phase 2</a:t>
          </a:r>
        </a:p>
      </dgm:t>
    </dgm:pt>
    <dgm:pt modelId="{F356CC76-9117-4B79-A270-BBBAFD3E9C79}" type="parTrans" cxnId="{1339090C-9A95-4C05-841C-FA3AF987601B}">
      <dgm:prSet/>
      <dgm:spPr/>
      <dgm:t>
        <a:bodyPr/>
        <a:lstStyle/>
        <a:p>
          <a:endParaRPr lang="en-US"/>
        </a:p>
      </dgm:t>
    </dgm:pt>
    <dgm:pt modelId="{19BA0C22-38BB-4E9F-89D5-0FF5FF9F12CE}" type="sibTrans" cxnId="{1339090C-9A95-4C05-841C-FA3AF987601B}">
      <dgm:prSet/>
      <dgm:spPr/>
      <dgm:t>
        <a:bodyPr/>
        <a:lstStyle/>
        <a:p>
          <a:endParaRPr lang="en-US"/>
        </a:p>
      </dgm:t>
    </dgm:pt>
    <dgm:pt modelId="{99E0600D-9954-43F4-8926-13B8777FAAA1}">
      <dgm:prSet phldrT="[Text]"/>
      <dgm:spPr/>
      <dgm:t>
        <a:bodyPr/>
        <a:lstStyle/>
        <a:p>
          <a:r>
            <a:rPr lang="en-US" dirty="0"/>
            <a:t>Requirements and Architecture</a:t>
          </a:r>
        </a:p>
      </dgm:t>
    </dgm:pt>
    <dgm:pt modelId="{BE23F476-2C5C-42ED-BF2B-CD5FC7ADDDF6}" type="parTrans" cxnId="{09FCCB9D-A30A-4326-970E-26252D39327F}">
      <dgm:prSet/>
      <dgm:spPr/>
      <dgm:t>
        <a:bodyPr/>
        <a:lstStyle/>
        <a:p>
          <a:endParaRPr lang="en-US"/>
        </a:p>
      </dgm:t>
    </dgm:pt>
    <dgm:pt modelId="{C44937DC-4907-4769-AA8B-1B3E7391D7B0}" type="sibTrans" cxnId="{09FCCB9D-A30A-4326-970E-26252D39327F}">
      <dgm:prSet/>
      <dgm:spPr/>
      <dgm:t>
        <a:bodyPr/>
        <a:lstStyle/>
        <a:p>
          <a:endParaRPr lang="en-US"/>
        </a:p>
      </dgm:t>
    </dgm:pt>
    <dgm:pt modelId="{60CDF8D0-D4FC-4467-A51E-79C5A58B0B2C}">
      <dgm:prSet phldrT="[Text]"/>
      <dgm:spPr/>
      <dgm:t>
        <a:bodyPr/>
        <a:lstStyle/>
        <a:p>
          <a:r>
            <a:rPr lang="en-US" dirty="0"/>
            <a:t>Phase 3</a:t>
          </a:r>
        </a:p>
      </dgm:t>
    </dgm:pt>
    <dgm:pt modelId="{E12A269F-AB82-486A-9077-80F2BBBE48C2}" type="parTrans" cxnId="{2BA65DEC-E719-4ED3-8135-48349D42DD04}">
      <dgm:prSet/>
      <dgm:spPr/>
      <dgm:t>
        <a:bodyPr/>
        <a:lstStyle/>
        <a:p>
          <a:endParaRPr lang="en-US"/>
        </a:p>
      </dgm:t>
    </dgm:pt>
    <dgm:pt modelId="{3F7FD59D-A716-4310-A89A-AB6F740D9FFF}" type="sibTrans" cxnId="{2BA65DEC-E719-4ED3-8135-48349D42DD04}">
      <dgm:prSet/>
      <dgm:spPr/>
      <dgm:t>
        <a:bodyPr/>
        <a:lstStyle/>
        <a:p>
          <a:endParaRPr lang="en-US"/>
        </a:p>
      </dgm:t>
    </dgm:pt>
    <dgm:pt modelId="{50629C12-7464-4473-ADEF-1A284F8A9957}">
      <dgm:prSet phldrT="[Text]"/>
      <dgm:spPr/>
      <dgm:t>
        <a:bodyPr/>
        <a:lstStyle/>
        <a:p>
          <a:r>
            <a:rPr lang="en-US" dirty="0"/>
            <a:t>Core Feature Development</a:t>
          </a:r>
        </a:p>
      </dgm:t>
    </dgm:pt>
    <dgm:pt modelId="{9D1CB46C-0CFA-4B27-9224-267431FBD094}" type="parTrans" cxnId="{1D32FCC9-657C-4348-9C0D-52115D559FEB}">
      <dgm:prSet/>
      <dgm:spPr/>
      <dgm:t>
        <a:bodyPr/>
        <a:lstStyle/>
        <a:p>
          <a:endParaRPr lang="en-US"/>
        </a:p>
      </dgm:t>
    </dgm:pt>
    <dgm:pt modelId="{4576BCC5-0598-4332-A2E7-87AC3ADD4EB8}" type="sibTrans" cxnId="{1D32FCC9-657C-4348-9C0D-52115D559FEB}">
      <dgm:prSet/>
      <dgm:spPr/>
      <dgm:t>
        <a:bodyPr/>
        <a:lstStyle/>
        <a:p>
          <a:endParaRPr lang="en-US"/>
        </a:p>
      </dgm:t>
    </dgm:pt>
    <dgm:pt modelId="{409D8CC3-645B-42DB-BAB7-991A3D754CD7}">
      <dgm:prSet phldrT="[Text]"/>
      <dgm:spPr/>
      <dgm:t>
        <a:bodyPr/>
        <a:lstStyle/>
        <a:p>
          <a:r>
            <a:rPr lang="en-US" dirty="0"/>
            <a:t>Phase 5</a:t>
          </a:r>
        </a:p>
      </dgm:t>
    </dgm:pt>
    <dgm:pt modelId="{FE582EAE-432E-4A69-B067-9017BAA0CF7E}" type="parTrans" cxnId="{91A4165B-6824-45FA-96BC-841252DF7BE0}">
      <dgm:prSet/>
      <dgm:spPr/>
      <dgm:t>
        <a:bodyPr/>
        <a:lstStyle/>
        <a:p>
          <a:endParaRPr lang="en-US"/>
        </a:p>
      </dgm:t>
    </dgm:pt>
    <dgm:pt modelId="{63CCDFFF-4F39-4E94-B509-EE8D66E2A016}" type="sibTrans" cxnId="{91A4165B-6824-45FA-96BC-841252DF7BE0}">
      <dgm:prSet/>
      <dgm:spPr/>
      <dgm:t>
        <a:bodyPr/>
        <a:lstStyle/>
        <a:p>
          <a:endParaRPr lang="en-US"/>
        </a:p>
      </dgm:t>
    </dgm:pt>
    <dgm:pt modelId="{236020DA-4E77-430A-8267-705E4EFF9F09}">
      <dgm:prSet phldrT="[Text]"/>
      <dgm:spPr/>
      <dgm:t>
        <a:bodyPr/>
        <a:lstStyle/>
        <a:p>
          <a:r>
            <a:rPr lang="en-US" dirty="0"/>
            <a:t>Phase 4</a:t>
          </a:r>
        </a:p>
      </dgm:t>
    </dgm:pt>
    <dgm:pt modelId="{9CAA8ED3-D992-439C-A42D-BA2AB6C24633}" type="parTrans" cxnId="{9A79B457-63EF-493D-AB4C-D88DD67CEDCF}">
      <dgm:prSet/>
      <dgm:spPr/>
      <dgm:t>
        <a:bodyPr/>
        <a:lstStyle/>
        <a:p>
          <a:endParaRPr lang="en-US"/>
        </a:p>
      </dgm:t>
    </dgm:pt>
    <dgm:pt modelId="{8B796666-4F21-4101-A3F1-18959F746952}" type="sibTrans" cxnId="{9A79B457-63EF-493D-AB4C-D88DD67CEDCF}">
      <dgm:prSet/>
      <dgm:spPr/>
      <dgm:t>
        <a:bodyPr/>
        <a:lstStyle/>
        <a:p>
          <a:endParaRPr lang="en-US"/>
        </a:p>
      </dgm:t>
    </dgm:pt>
    <dgm:pt modelId="{E776F2C9-29CD-4D0E-A3E3-17F46086A9BD}">
      <dgm:prSet phldrT="[Text]"/>
      <dgm:spPr/>
      <dgm:t>
        <a:bodyPr/>
        <a:lstStyle/>
        <a:p>
          <a:r>
            <a:rPr lang="en-US"/>
            <a:t>Integration and Testing</a:t>
          </a:r>
          <a:endParaRPr lang="en-US" dirty="0"/>
        </a:p>
      </dgm:t>
    </dgm:pt>
    <dgm:pt modelId="{CF0007A6-44E5-4A18-A47E-45AC3088D07F}" type="parTrans" cxnId="{FB072E8C-85D0-489F-A693-4686C9AC2A45}">
      <dgm:prSet/>
      <dgm:spPr/>
      <dgm:t>
        <a:bodyPr/>
        <a:lstStyle/>
        <a:p>
          <a:endParaRPr lang="en-US"/>
        </a:p>
      </dgm:t>
    </dgm:pt>
    <dgm:pt modelId="{701B32A7-5229-4834-A319-F73B1BC104BA}" type="sibTrans" cxnId="{FB072E8C-85D0-489F-A693-4686C9AC2A45}">
      <dgm:prSet/>
      <dgm:spPr/>
      <dgm:t>
        <a:bodyPr/>
        <a:lstStyle/>
        <a:p>
          <a:endParaRPr lang="en-US"/>
        </a:p>
      </dgm:t>
    </dgm:pt>
    <dgm:pt modelId="{0B693778-6141-452F-BF5C-3111F2A41BA2}">
      <dgm:prSet phldrT="[Text]"/>
      <dgm:spPr/>
      <dgm:t>
        <a:bodyPr/>
        <a:lstStyle/>
        <a:p>
          <a:r>
            <a:rPr lang="en-US"/>
            <a:t>Delivery and Presentation</a:t>
          </a:r>
          <a:endParaRPr lang="en-US" dirty="0"/>
        </a:p>
      </dgm:t>
    </dgm:pt>
    <dgm:pt modelId="{061804A0-6CA8-4EED-97DE-A9978307555E}" type="parTrans" cxnId="{0020E21C-C465-4125-A164-2AD45D0ABD50}">
      <dgm:prSet/>
      <dgm:spPr/>
      <dgm:t>
        <a:bodyPr/>
        <a:lstStyle/>
        <a:p>
          <a:endParaRPr lang="en-US"/>
        </a:p>
      </dgm:t>
    </dgm:pt>
    <dgm:pt modelId="{0B76C03D-5722-42EC-8021-3410FB39513F}" type="sibTrans" cxnId="{0020E21C-C465-4125-A164-2AD45D0ABD50}">
      <dgm:prSet/>
      <dgm:spPr/>
      <dgm:t>
        <a:bodyPr/>
        <a:lstStyle/>
        <a:p>
          <a:endParaRPr lang="en-US"/>
        </a:p>
      </dgm:t>
    </dgm:pt>
    <dgm:pt modelId="{75DA59A7-480D-49F3-940F-2B8D20C9F12E}" type="pres">
      <dgm:prSet presAssocID="{3F442EA2-39BA-4C9A-AD59-755D4917D532}" presName="Name0" presStyleCnt="0">
        <dgm:presLayoutVars>
          <dgm:chMax/>
          <dgm:chPref/>
          <dgm:dir/>
          <dgm:animLvl val="lvl"/>
        </dgm:presLayoutVars>
      </dgm:prSet>
      <dgm:spPr/>
    </dgm:pt>
    <dgm:pt modelId="{F128CF98-853C-4C85-B6D8-3DCBCD21CF07}" type="pres">
      <dgm:prSet presAssocID="{4DF9FE7B-F642-4898-A360-D4E3814E1A3D}" presName="composite" presStyleCnt="0"/>
      <dgm:spPr/>
    </dgm:pt>
    <dgm:pt modelId="{65DED674-A95E-4F0D-9DED-83D3E24B81F1}" type="pres">
      <dgm:prSet presAssocID="{4DF9FE7B-F642-4898-A360-D4E3814E1A3D}" presName="Parent1" presStyleLbl="node1" presStyleIdx="0" presStyleCnt="10">
        <dgm:presLayoutVars>
          <dgm:chMax val="1"/>
          <dgm:chPref val="1"/>
          <dgm:bulletEnabled val="1"/>
        </dgm:presLayoutVars>
      </dgm:prSet>
      <dgm:spPr/>
    </dgm:pt>
    <dgm:pt modelId="{ECE2476C-7498-4D7C-9C31-15DC3224892A}" type="pres">
      <dgm:prSet presAssocID="{4DF9FE7B-F642-4898-A360-D4E3814E1A3D}" presName="Childtext1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F37AB35-F58B-4C9A-A033-F2EA222CF1A2}" type="pres">
      <dgm:prSet presAssocID="{4DF9FE7B-F642-4898-A360-D4E3814E1A3D}" presName="BalanceSpacing" presStyleCnt="0"/>
      <dgm:spPr/>
    </dgm:pt>
    <dgm:pt modelId="{BA97F74E-A2E1-4DD9-A88A-7649ABBBC8BA}" type="pres">
      <dgm:prSet presAssocID="{4DF9FE7B-F642-4898-A360-D4E3814E1A3D}" presName="BalanceSpacing1" presStyleCnt="0"/>
      <dgm:spPr/>
    </dgm:pt>
    <dgm:pt modelId="{CE63CA4E-1447-403C-B991-370D575E4C2D}" type="pres">
      <dgm:prSet presAssocID="{43C18EFF-81FC-4D70-8C6B-E95FF3730413}" presName="Accent1Text" presStyleLbl="node1" presStyleIdx="1" presStyleCnt="10"/>
      <dgm:spPr/>
    </dgm:pt>
    <dgm:pt modelId="{B929F9CE-DB05-44AD-933B-B0D74FA5DF5F}" type="pres">
      <dgm:prSet presAssocID="{43C18EFF-81FC-4D70-8C6B-E95FF3730413}" presName="spaceBetweenRectangles" presStyleCnt="0"/>
      <dgm:spPr/>
    </dgm:pt>
    <dgm:pt modelId="{1FFAE586-C37C-4C0D-B65E-7A99BDF002FE}" type="pres">
      <dgm:prSet presAssocID="{3929B1E1-4BC4-4C73-ABE8-27CEF96A3652}" presName="composite" presStyleCnt="0"/>
      <dgm:spPr/>
    </dgm:pt>
    <dgm:pt modelId="{961AF329-5879-4DE7-A3EA-EFF9B5804053}" type="pres">
      <dgm:prSet presAssocID="{3929B1E1-4BC4-4C73-ABE8-27CEF96A3652}" presName="Parent1" presStyleLbl="node1" presStyleIdx="2" presStyleCnt="10">
        <dgm:presLayoutVars>
          <dgm:chMax val="1"/>
          <dgm:chPref val="1"/>
          <dgm:bulletEnabled val="1"/>
        </dgm:presLayoutVars>
      </dgm:prSet>
      <dgm:spPr/>
    </dgm:pt>
    <dgm:pt modelId="{5FB82A8D-ABC1-4A71-A385-D639AA78E77F}" type="pres">
      <dgm:prSet presAssocID="{3929B1E1-4BC4-4C73-ABE8-27CEF96A3652}" presName="Childtext1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834E5AB-77B4-4AC9-8086-296E83EABB9B}" type="pres">
      <dgm:prSet presAssocID="{3929B1E1-4BC4-4C73-ABE8-27CEF96A3652}" presName="BalanceSpacing" presStyleCnt="0"/>
      <dgm:spPr/>
    </dgm:pt>
    <dgm:pt modelId="{02FF868B-0C61-45B8-AABE-23117E29EC0B}" type="pres">
      <dgm:prSet presAssocID="{3929B1E1-4BC4-4C73-ABE8-27CEF96A3652}" presName="BalanceSpacing1" presStyleCnt="0"/>
      <dgm:spPr/>
    </dgm:pt>
    <dgm:pt modelId="{C083C926-90D8-4014-8FD8-665CF8D70ADA}" type="pres">
      <dgm:prSet presAssocID="{19BA0C22-38BB-4E9F-89D5-0FF5FF9F12CE}" presName="Accent1Text" presStyleLbl="node1" presStyleIdx="3" presStyleCnt="10"/>
      <dgm:spPr/>
    </dgm:pt>
    <dgm:pt modelId="{EE8D7B4C-9094-4191-9A1D-587F3D9E9044}" type="pres">
      <dgm:prSet presAssocID="{19BA0C22-38BB-4E9F-89D5-0FF5FF9F12CE}" presName="spaceBetweenRectangles" presStyleCnt="0"/>
      <dgm:spPr/>
    </dgm:pt>
    <dgm:pt modelId="{AD1F56C9-0F1F-434A-A704-DF856651A7C4}" type="pres">
      <dgm:prSet presAssocID="{60CDF8D0-D4FC-4467-A51E-79C5A58B0B2C}" presName="composite" presStyleCnt="0"/>
      <dgm:spPr/>
    </dgm:pt>
    <dgm:pt modelId="{7C9BC682-C821-4871-ADA1-4E20294CB936}" type="pres">
      <dgm:prSet presAssocID="{60CDF8D0-D4FC-4467-A51E-79C5A58B0B2C}" presName="Parent1" presStyleLbl="node1" presStyleIdx="4" presStyleCnt="10">
        <dgm:presLayoutVars>
          <dgm:chMax val="1"/>
          <dgm:chPref val="1"/>
          <dgm:bulletEnabled val="1"/>
        </dgm:presLayoutVars>
      </dgm:prSet>
      <dgm:spPr/>
    </dgm:pt>
    <dgm:pt modelId="{9F575877-2586-47DF-95DA-1FAF072B7442}" type="pres">
      <dgm:prSet presAssocID="{60CDF8D0-D4FC-4467-A51E-79C5A58B0B2C}" presName="Childtext1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64BCC2F0-10E4-42F1-AEEC-DEB4160F6915}" type="pres">
      <dgm:prSet presAssocID="{60CDF8D0-D4FC-4467-A51E-79C5A58B0B2C}" presName="BalanceSpacing" presStyleCnt="0"/>
      <dgm:spPr/>
    </dgm:pt>
    <dgm:pt modelId="{0BE75B81-56C3-4C25-BA44-CAD92680E5F4}" type="pres">
      <dgm:prSet presAssocID="{60CDF8D0-D4FC-4467-A51E-79C5A58B0B2C}" presName="BalanceSpacing1" presStyleCnt="0"/>
      <dgm:spPr/>
    </dgm:pt>
    <dgm:pt modelId="{36991EED-1A39-44AE-809F-B5AF34719A4B}" type="pres">
      <dgm:prSet presAssocID="{3F7FD59D-A716-4310-A89A-AB6F740D9FFF}" presName="Accent1Text" presStyleLbl="node1" presStyleIdx="5" presStyleCnt="10"/>
      <dgm:spPr/>
    </dgm:pt>
    <dgm:pt modelId="{00CE172F-57B2-4D4E-A845-6BAB31B05AE7}" type="pres">
      <dgm:prSet presAssocID="{3F7FD59D-A716-4310-A89A-AB6F740D9FFF}" presName="spaceBetweenRectangles" presStyleCnt="0"/>
      <dgm:spPr/>
    </dgm:pt>
    <dgm:pt modelId="{F0B0A0DB-B055-4E1F-A082-D9264DB92C60}" type="pres">
      <dgm:prSet presAssocID="{236020DA-4E77-430A-8267-705E4EFF9F09}" presName="composite" presStyleCnt="0"/>
      <dgm:spPr/>
    </dgm:pt>
    <dgm:pt modelId="{BAE56735-05B5-4B70-B13B-1239D93E5ED0}" type="pres">
      <dgm:prSet presAssocID="{236020DA-4E77-430A-8267-705E4EFF9F09}" presName="Parent1" presStyleLbl="node1" presStyleIdx="6" presStyleCnt="10">
        <dgm:presLayoutVars>
          <dgm:chMax val="1"/>
          <dgm:chPref val="1"/>
          <dgm:bulletEnabled val="1"/>
        </dgm:presLayoutVars>
      </dgm:prSet>
      <dgm:spPr/>
    </dgm:pt>
    <dgm:pt modelId="{99049EDF-2E17-487F-8851-B832BEAE8B07}" type="pres">
      <dgm:prSet presAssocID="{236020DA-4E77-430A-8267-705E4EFF9F09}" presName="Childtext1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20BA964-41E1-4D0A-A284-EB186B7872A8}" type="pres">
      <dgm:prSet presAssocID="{236020DA-4E77-430A-8267-705E4EFF9F09}" presName="BalanceSpacing" presStyleCnt="0"/>
      <dgm:spPr/>
    </dgm:pt>
    <dgm:pt modelId="{B5BF7307-4258-46F1-B6C2-FA50EEA86930}" type="pres">
      <dgm:prSet presAssocID="{236020DA-4E77-430A-8267-705E4EFF9F09}" presName="BalanceSpacing1" presStyleCnt="0"/>
      <dgm:spPr/>
    </dgm:pt>
    <dgm:pt modelId="{3381C6DD-FA33-47D6-B26B-026DBF57FA61}" type="pres">
      <dgm:prSet presAssocID="{8B796666-4F21-4101-A3F1-18959F746952}" presName="Accent1Text" presStyleLbl="node1" presStyleIdx="7" presStyleCnt="10"/>
      <dgm:spPr/>
    </dgm:pt>
    <dgm:pt modelId="{DA3693F5-FE46-4A32-8863-0C3D20F1CDCF}" type="pres">
      <dgm:prSet presAssocID="{8B796666-4F21-4101-A3F1-18959F746952}" presName="spaceBetweenRectangles" presStyleCnt="0"/>
      <dgm:spPr/>
    </dgm:pt>
    <dgm:pt modelId="{B1D82FE6-4361-480C-9CAA-360AE8D5706B}" type="pres">
      <dgm:prSet presAssocID="{409D8CC3-645B-42DB-BAB7-991A3D754CD7}" presName="composite" presStyleCnt="0"/>
      <dgm:spPr/>
    </dgm:pt>
    <dgm:pt modelId="{491C5689-A510-4C0F-BC80-A43F64CF9D48}" type="pres">
      <dgm:prSet presAssocID="{409D8CC3-645B-42DB-BAB7-991A3D754CD7}" presName="Parent1" presStyleLbl="node1" presStyleIdx="8" presStyleCnt="10">
        <dgm:presLayoutVars>
          <dgm:chMax val="1"/>
          <dgm:chPref val="1"/>
          <dgm:bulletEnabled val="1"/>
        </dgm:presLayoutVars>
      </dgm:prSet>
      <dgm:spPr/>
    </dgm:pt>
    <dgm:pt modelId="{25EE3E09-8797-4680-BE0D-3995AF26493F}" type="pres">
      <dgm:prSet presAssocID="{409D8CC3-645B-42DB-BAB7-991A3D754CD7}" presName="Childtext1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1576611A-6D6E-453E-B926-7A50BB0355CC}" type="pres">
      <dgm:prSet presAssocID="{409D8CC3-645B-42DB-BAB7-991A3D754CD7}" presName="BalanceSpacing" presStyleCnt="0"/>
      <dgm:spPr/>
    </dgm:pt>
    <dgm:pt modelId="{80834853-3892-43DE-AD17-5F92FCDAD61E}" type="pres">
      <dgm:prSet presAssocID="{409D8CC3-645B-42DB-BAB7-991A3D754CD7}" presName="BalanceSpacing1" presStyleCnt="0"/>
      <dgm:spPr/>
    </dgm:pt>
    <dgm:pt modelId="{09A9A94A-CF28-4704-92FA-B6EAF6876445}" type="pres">
      <dgm:prSet presAssocID="{63CCDFFF-4F39-4E94-B509-EE8D66E2A016}" presName="Accent1Text" presStyleLbl="node1" presStyleIdx="9" presStyleCnt="10"/>
      <dgm:spPr/>
    </dgm:pt>
  </dgm:ptLst>
  <dgm:cxnLst>
    <dgm:cxn modelId="{1339090C-9A95-4C05-841C-FA3AF987601B}" srcId="{3F442EA2-39BA-4C9A-AD59-755D4917D532}" destId="{3929B1E1-4BC4-4C73-ABE8-27CEF96A3652}" srcOrd="1" destOrd="0" parTransId="{F356CC76-9117-4B79-A270-BBBAFD3E9C79}" sibTransId="{19BA0C22-38BB-4E9F-89D5-0FF5FF9F12CE}"/>
    <dgm:cxn modelId="{0020E21C-C465-4125-A164-2AD45D0ABD50}" srcId="{409D8CC3-645B-42DB-BAB7-991A3D754CD7}" destId="{0B693778-6141-452F-BF5C-3111F2A41BA2}" srcOrd="0" destOrd="0" parTransId="{061804A0-6CA8-4EED-97DE-A9978307555E}" sibTransId="{0B76C03D-5722-42EC-8021-3410FB39513F}"/>
    <dgm:cxn modelId="{8F430C29-910D-4C96-8313-C0606E6A07A1}" type="presOf" srcId="{0B693778-6141-452F-BF5C-3111F2A41BA2}" destId="{25EE3E09-8797-4680-BE0D-3995AF26493F}" srcOrd="0" destOrd="0" presId="urn:microsoft.com/office/officeart/2008/layout/AlternatingHexagons"/>
    <dgm:cxn modelId="{FD93302C-052E-41A1-BC02-10156D03B4C5}" type="presOf" srcId="{8B796666-4F21-4101-A3F1-18959F746952}" destId="{3381C6DD-FA33-47D6-B26B-026DBF57FA61}" srcOrd="0" destOrd="0" presId="urn:microsoft.com/office/officeart/2008/layout/AlternatingHexagons"/>
    <dgm:cxn modelId="{920ED72D-0383-425F-9E38-ADF07F933C8C}" type="presOf" srcId="{63CCDFFF-4F39-4E94-B509-EE8D66E2A016}" destId="{09A9A94A-CF28-4704-92FA-B6EAF6876445}" srcOrd="0" destOrd="0" presId="urn:microsoft.com/office/officeart/2008/layout/AlternatingHexagons"/>
    <dgm:cxn modelId="{F7BD442E-D212-4044-93B1-01A61D1820FA}" type="presOf" srcId="{19BA0C22-38BB-4E9F-89D5-0FF5FF9F12CE}" destId="{C083C926-90D8-4014-8FD8-665CF8D70ADA}" srcOrd="0" destOrd="0" presId="urn:microsoft.com/office/officeart/2008/layout/AlternatingHexagons"/>
    <dgm:cxn modelId="{2828E832-64E9-485B-A7E6-C3026BD1AFD3}" type="presOf" srcId="{3F7FD59D-A716-4310-A89A-AB6F740D9FFF}" destId="{36991EED-1A39-44AE-809F-B5AF34719A4B}" srcOrd="0" destOrd="0" presId="urn:microsoft.com/office/officeart/2008/layout/AlternatingHexagons"/>
    <dgm:cxn modelId="{449B5738-3534-4A39-BF81-9980E89F11DA}" type="presOf" srcId="{409D8CC3-645B-42DB-BAB7-991A3D754CD7}" destId="{491C5689-A510-4C0F-BC80-A43F64CF9D48}" srcOrd="0" destOrd="0" presId="urn:microsoft.com/office/officeart/2008/layout/AlternatingHexagons"/>
    <dgm:cxn modelId="{C7093B3F-E803-4C79-A623-5FCA17C66666}" type="presOf" srcId="{60CDF8D0-D4FC-4467-A51E-79C5A58B0B2C}" destId="{7C9BC682-C821-4871-ADA1-4E20294CB936}" srcOrd="0" destOrd="0" presId="urn:microsoft.com/office/officeart/2008/layout/AlternatingHexagons"/>
    <dgm:cxn modelId="{91A4165B-6824-45FA-96BC-841252DF7BE0}" srcId="{3F442EA2-39BA-4C9A-AD59-755D4917D532}" destId="{409D8CC3-645B-42DB-BAB7-991A3D754CD7}" srcOrd="4" destOrd="0" parTransId="{FE582EAE-432E-4A69-B067-9017BAA0CF7E}" sibTransId="{63CCDFFF-4F39-4E94-B509-EE8D66E2A016}"/>
    <dgm:cxn modelId="{A8E9635F-80D8-4E27-872E-813948055C03}" type="presOf" srcId="{50629C12-7464-4473-ADEF-1A284F8A9957}" destId="{9F575877-2586-47DF-95DA-1FAF072B7442}" srcOrd="0" destOrd="0" presId="urn:microsoft.com/office/officeart/2008/layout/AlternatingHexagons"/>
    <dgm:cxn modelId="{50E32062-64B6-43F9-B4DF-1D00E3AA76D6}" type="presOf" srcId="{4DF9FE7B-F642-4898-A360-D4E3814E1A3D}" destId="{65DED674-A95E-4F0D-9DED-83D3E24B81F1}" srcOrd="0" destOrd="0" presId="urn:microsoft.com/office/officeart/2008/layout/AlternatingHexagons"/>
    <dgm:cxn modelId="{81B6C76D-D6E1-4421-8977-F3F876B16C03}" type="presOf" srcId="{EFF2750D-B4B3-474C-8B62-8B638DC31F7E}" destId="{ECE2476C-7498-4D7C-9C31-15DC3224892A}" srcOrd="0" destOrd="0" presId="urn:microsoft.com/office/officeart/2008/layout/AlternatingHexagons"/>
    <dgm:cxn modelId="{9A79B457-63EF-493D-AB4C-D88DD67CEDCF}" srcId="{3F442EA2-39BA-4C9A-AD59-755D4917D532}" destId="{236020DA-4E77-430A-8267-705E4EFF9F09}" srcOrd="3" destOrd="0" parTransId="{9CAA8ED3-D992-439C-A42D-BA2AB6C24633}" sibTransId="{8B796666-4F21-4101-A3F1-18959F746952}"/>
    <dgm:cxn modelId="{FB072E8C-85D0-489F-A693-4686C9AC2A45}" srcId="{236020DA-4E77-430A-8267-705E4EFF9F09}" destId="{E776F2C9-29CD-4D0E-A3E3-17F46086A9BD}" srcOrd="0" destOrd="0" parTransId="{CF0007A6-44E5-4A18-A47E-45AC3088D07F}" sibTransId="{701B32A7-5229-4834-A319-F73B1BC104BA}"/>
    <dgm:cxn modelId="{EBD8BE8D-6018-43E2-B081-034BB5656EB6}" srcId="{3F442EA2-39BA-4C9A-AD59-755D4917D532}" destId="{4DF9FE7B-F642-4898-A360-D4E3814E1A3D}" srcOrd="0" destOrd="0" parTransId="{1C10F06D-860A-4604-A7AD-02E614FE3976}" sibTransId="{43C18EFF-81FC-4D70-8C6B-E95FF3730413}"/>
    <dgm:cxn modelId="{09FCCB9D-A30A-4326-970E-26252D39327F}" srcId="{3929B1E1-4BC4-4C73-ABE8-27CEF96A3652}" destId="{99E0600D-9954-43F4-8926-13B8777FAAA1}" srcOrd="0" destOrd="0" parTransId="{BE23F476-2C5C-42ED-BF2B-CD5FC7ADDDF6}" sibTransId="{C44937DC-4907-4769-AA8B-1B3E7391D7B0}"/>
    <dgm:cxn modelId="{DCC098A1-C7ED-44CD-9FD3-6F5A0E4648CD}" type="presOf" srcId="{236020DA-4E77-430A-8267-705E4EFF9F09}" destId="{BAE56735-05B5-4B70-B13B-1239D93E5ED0}" srcOrd="0" destOrd="0" presId="urn:microsoft.com/office/officeart/2008/layout/AlternatingHexagons"/>
    <dgm:cxn modelId="{A058DDA2-48CA-4E5B-B389-F71A59C262B0}" srcId="{4DF9FE7B-F642-4898-A360-D4E3814E1A3D}" destId="{EFF2750D-B4B3-474C-8B62-8B638DC31F7E}" srcOrd="0" destOrd="0" parTransId="{AEBC78E6-CDDC-4C8F-A157-3C51E907FACD}" sibTransId="{75C067D7-FCD2-4969-8F27-4BBDA88E75ED}"/>
    <dgm:cxn modelId="{BE75CDA6-C488-49B2-B499-BA9FA4F57479}" type="presOf" srcId="{3929B1E1-4BC4-4C73-ABE8-27CEF96A3652}" destId="{961AF329-5879-4DE7-A3EA-EFF9B5804053}" srcOrd="0" destOrd="0" presId="urn:microsoft.com/office/officeart/2008/layout/AlternatingHexagons"/>
    <dgm:cxn modelId="{E63719AE-65AC-4975-ACC3-3DC105811805}" type="presOf" srcId="{43C18EFF-81FC-4D70-8C6B-E95FF3730413}" destId="{CE63CA4E-1447-403C-B991-370D575E4C2D}" srcOrd="0" destOrd="0" presId="urn:microsoft.com/office/officeart/2008/layout/AlternatingHexagons"/>
    <dgm:cxn modelId="{F87680B6-48D1-49E9-AB86-BECE7E54C570}" type="presOf" srcId="{99E0600D-9954-43F4-8926-13B8777FAAA1}" destId="{5FB82A8D-ABC1-4A71-A385-D639AA78E77F}" srcOrd="0" destOrd="0" presId="urn:microsoft.com/office/officeart/2008/layout/AlternatingHexagons"/>
    <dgm:cxn modelId="{CD210CBE-7A32-44B4-83F1-A62A4E7ADC51}" type="presOf" srcId="{3F442EA2-39BA-4C9A-AD59-755D4917D532}" destId="{75DA59A7-480D-49F3-940F-2B8D20C9F12E}" srcOrd="0" destOrd="0" presId="urn:microsoft.com/office/officeart/2008/layout/AlternatingHexagons"/>
    <dgm:cxn modelId="{DF1D90C8-7462-495E-99E2-E3CE6CB82A10}" type="presOf" srcId="{E776F2C9-29CD-4D0E-A3E3-17F46086A9BD}" destId="{99049EDF-2E17-487F-8851-B832BEAE8B07}" srcOrd="0" destOrd="0" presId="urn:microsoft.com/office/officeart/2008/layout/AlternatingHexagons"/>
    <dgm:cxn modelId="{1D32FCC9-657C-4348-9C0D-52115D559FEB}" srcId="{60CDF8D0-D4FC-4467-A51E-79C5A58B0B2C}" destId="{50629C12-7464-4473-ADEF-1A284F8A9957}" srcOrd="0" destOrd="0" parTransId="{9D1CB46C-0CFA-4B27-9224-267431FBD094}" sibTransId="{4576BCC5-0598-4332-A2E7-87AC3ADD4EB8}"/>
    <dgm:cxn modelId="{2BA65DEC-E719-4ED3-8135-48349D42DD04}" srcId="{3F442EA2-39BA-4C9A-AD59-755D4917D532}" destId="{60CDF8D0-D4FC-4467-A51E-79C5A58B0B2C}" srcOrd="2" destOrd="0" parTransId="{E12A269F-AB82-486A-9077-80F2BBBE48C2}" sibTransId="{3F7FD59D-A716-4310-A89A-AB6F740D9FFF}"/>
    <dgm:cxn modelId="{D0F9C773-9396-46F7-A366-2C6D9B0EC2F8}" type="presParOf" srcId="{75DA59A7-480D-49F3-940F-2B8D20C9F12E}" destId="{F128CF98-853C-4C85-B6D8-3DCBCD21CF07}" srcOrd="0" destOrd="0" presId="urn:microsoft.com/office/officeart/2008/layout/AlternatingHexagons"/>
    <dgm:cxn modelId="{B5413FFD-AA8C-4AB9-9DA6-ECBE25FE2466}" type="presParOf" srcId="{F128CF98-853C-4C85-B6D8-3DCBCD21CF07}" destId="{65DED674-A95E-4F0D-9DED-83D3E24B81F1}" srcOrd="0" destOrd="0" presId="urn:microsoft.com/office/officeart/2008/layout/AlternatingHexagons"/>
    <dgm:cxn modelId="{101BFB90-26DE-496C-B138-EF2526510C34}" type="presParOf" srcId="{F128CF98-853C-4C85-B6D8-3DCBCD21CF07}" destId="{ECE2476C-7498-4D7C-9C31-15DC3224892A}" srcOrd="1" destOrd="0" presId="urn:microsoft.com/office/officeart/2008/layout/AlternatingHexagons"/>
    <dgm:cxn modelId="{36204597-1580-43D6-8164-1CC56EA69529}" type="presParOf" srcId="{F128CF98-853C-4C85-B6D8-3DCBCD21CF07}" destId="{7F37AB35-F58B-4C9A-A033-F2EA222CF1A2}" srcOrd="2" destOrd="0" presId="urn:microsoft.com/office/officeart/2008/layout/AlternatingHexagons"/>
    <dgm:cxn modelId="{C7D63F31-23E7-4CB4-A5A5-836B0D6D7EC0}" type="presParOf" srcId="{F128CF98-853C-4C85-B6D8-3DCBCD21CF07}" destId="{BA97F74E-A2E1-4DD9-A88A-7649ABBBC8BA}" srcOrd="3" destOrd="0" presId="urn:microsoft.com/office/officeart/2008/layout/AlternatingHexagons"/>
    <dgm:cxn modelId="{273967D6-3470-4B31-ADEC-B8FD974746F2}" type="presParOf" srcId="{F128CF98-853C-4C85-B6D8-3DCBCD21CF07}" destId="{CE63CA4E-1447-403C-B991-370D575E4C2D}" srcOrd="4" destOrd="0" presId="urn:microsoft.com/office/officeart/2008/layout/AlternatingHexagons"/>
    <dgm:cxn modelId="{8AFE05EC-948F-4498-BDDE-B2E1467F8066}" type="presParOf" srcId="{75DA59A7-480D-49F3-940F-2B8D20C9F12E}" destId="{B929F9CE-DB05-44AD-933B-B0D74FA5DF5F}" srcOrd="1" destOrd="0" presId="urn:microsoft.com/office/officeart/2008/layout/AlternatingHexagons"/>
    <dgm:cxn modelId="{C1AB5DB9-6C8F-4439-BA56-0FA761FFA19C}" type="presParOf" srcId="{75DA59A7-480D-49F3-940F-2B8D20C9F12E}" destId="{1FFAE586-C37C-4C0D-B65E-7A99BDF002FE}" srcOrd="2" destOrd="0" presId="urn:microsoft.com/office/officeart/2008/layout/AlternatingHexagons"/>
    <dgm:cxn modelId="{F93FC67F-8524-4F46-A230-12C12BAB1C3D}" type="presParOf" srcId="{1FFAE586-C37C-4C0D-B65E-7A99BDF002FE}" destId="{961AF329-5879-4DE7-A3EA-EFF9B5804053}" srcOrd="0" destOrd="0" presId="urn:microsoft.com/office/officeart/2008/layout/AlternatingHexagons"/>
    <dgm:cxn modelId="{7E8956BC-F34B-481A-8EBC-B9F2439A1EC4}" type="presParOf" srcId="{1FFAE586-C37C-4C0D-B65E-7A99BDF002FE}" destId="{5FB82A8D-ABC1-4A71-A385-D639AA78E77F}" srcOrd="1" destOrd="0" presId="urn:microsoft.com/office/officeart/2008/layout/AlternatingHexagons"/>
    <dgm:cxn modelId="{16628E8D-8743-4BBE-883F-C3338D8FC0C9}" type="presParOf" srcId="{1FFAE586-C37C-4C0D-B65E-7A99BDF002FE}" destId="{5834E5AB-77B4-4AC9-8086-296E83EABB9B}" srcOrd="2" destOrd="0" presId="urn:microsoft.com/office/officeart/2008/layout/AlternatingHexagons"/>
    <dgm:cxn modelId="{29358A9B-262E-4454-AB7F-5B0AA5231E39}" type="presParOf" srcId="{1FFAE586-C37C-4C0D-B65E-7A99BDF002FE}" destId="{02FF868B-0C61-45B8-AABE-23117E29EC0B}" srcOrd="3" destOrd="0" presId="urn:microsoft.com/office/officeart/2008/layout/AlternatingHexagons"/>
    <dgm:cxn modelId="{ADD894BE-D6C3-4BFD-BFD0-FC618C1AF50A}" type="presParOf" srcId="{1FFAE586-C37C-4C0D-B65E-7A99BDF002FE}" destId="{C083C926-90D8-4014-8FD8-665CF8D70ADA}" srcOrd="4" destOrd="0" presId="urn:microsoft.com/office/officeart/2008/layout/AlternatingHexagons"/>
    <dgm:cxn modelId="{6E6C9E57-9E6E-4583-A992-35500F6BA1A0}" type="presParOf" srcId="{75DA59A7-480D-49F3-940F-2B8D20C9F12E}" destId="{EE8D7B4C-9094-4191-9A1D-587F3D9E9044}" srcOrd="3" destOrd="0" presId="urn:microsoft.com/office/officeart/2008/layout/AlternatingHexagons"/>
    <dgm:cxn modelId="{C21585D7-4BCB-463F-AA6E-13D444F768AA}" type="presParOf" srcId="{75DA59A7-480D-49F3-940F-2B8D20C9F12E}" destId="{AD1F56C9-0F1F-434A-A704-DF856651A7C4}" srcOrd="4" destOrd="0" presId="urn:microsoft.com/office/officeart/2008/layout/AlternatingHexagons"/>
    <dgm:cxn modelId="{6EAC02A4-3F9F-42ED-B390-44E189674ACA}" type="presParOf" srcId="{AD1F56C9-0F1F-434A-A704-DF856651A7C4}" destId="{7C9BC682-C821-4871-ADA1-4E20294CB936}" srcOrd="0" destOrd="0" presId="urn:microsoft.com/office/officeart/2008/layout/AlternatingHexagons"/>
    <dgm:cxn modelId="{91AD7AAE-BAFD-4D22-8521-33B259C9BD92}" type="presParOf" srcId="{AD1F56C9-0F1F-434A-A704-DF856651A7C4}" destId="{9F575877-2586-47DF-95DA-1FAF072B7442}" srcOrd="1" destOrd="0" presId="urn:microsoft.com/office/officeart/2008/layout/AlternatingHexagons"/>
    <dgm:cxn modelId="{A3C33A95-D1B7-4B65-8673-C68CCDCD3C59}" type="presParOf" srcId="{AD1F56C9-0F1F-434A-A704-DF856651A7C4}" destId="{64BCC2F0-10E4-42F1-AEEC-DEB4160F6915}" srcOrd="2" destOrd="0" presId="urn:microsoft.com/office/officeart/2008/layout/AlternatingHexagons"/>
    <dgm:cxn modelId="{1193703F-14C8-479F-9D74-45DF889A8D0D}" type="presParOf" srcId="{AD1F56C9-0F1F-434A-A704-DF856651A7C4}" destId="{0BE75B81-56C3-4C25-BA44-CAD92680E5F4}" srcOrd="3" destOrd="0" presId="urn:microsoft.com/office/officeart/2008/layout/AlternatingHexagons"/>
    <dgm:cxn modelId="{A4B8DFB1-F7EE-4FC4-9631-1288CF61A125}" type="presParOf" srcId="{AD1F56C9-0F1F-434A-A704-DF856651A7C4}" destId="{36991EED-1A39-44AE-809F-B5AF34719A4B}" srcOrd="4" destOrd="0" presId="urn:microsoft.com/office/officeart/2008/layout/AlternatingHexagons"/>
    <dgm:cxn modelId="{430DE366-6160-4A6E-BBE7-81C5EB7A5D84}" type="presParOf" srcId="{75DA59A7-480D-49F3-940F-2B8D20C9F12E}" destId="{00CE172F-57B2-4D4E-A845-6BAB31B05AE7}" srcOrd="5" destOrd="0" presId="urn:microsoft.com/office/officeart/2008/layout/AlternatingHexagons"/>
    <dgm:cxn modelId="{892EAA75-1A36-4A01-8B68-5D1F9B43DFF5}" type="presParOf" srcId="{75DA59A7-480D-49F3-940F-2B8D20C9F12E}" destId="{F0B0A0DB-B055-4E1F-A082-D9264DB92C60}" srcOrd="6" destOrd="0" presId="urn:microsoft.com/office/officeart/2008/layout/AlternatingHexagons"/>
    <dgm:cxn modelId="{3D43F2E7-16BB-4991-BBEC-80BF384329C6}" type="presParOf" srcId="{F0B0A0DB-B055-4E1F-A082-D9264DB92C60}" destId="{BAE56735-05B5-4B70-B13B-1239D93E5ED0}" srcOrd="0" destOrd="0" presId="urn:microsoft.com/office/officeart/2008/layout/AlternatingHexagons"/>
    <dgm:cxn modelId="{0430D238-BCF9-4670-B730-9834DD2CB2D3}" type="presParOf" srcId="{F0B0A0DB-B055-4E1F-A082-D9264DB92C60}" destId="{99049EDF-2E17-487F-8851-B832BEAE8B07}" srcOrd="1" destOrd="0" presId="urn:microsoft.com/office/officeart/2008/layout/AlternatingHexagons"/>
    <dgm:cxn modelId="{0FF4B18E-A752-4FA2-B095-6728543ECD11}" type="presParOf" srcId="{F0B0A0DB-B055-4E1F-A082-D9264DB92C60}" destId="{A20BA964-41E1-4D0A-A284-EB186B7872A8}" srcOrd="2" destOrd="0" presId="urn:microsoft.com/office/officeart/2008/layout/AlternatingHexagons"/>
    <dgm:cxn modelId="{66B4BEED-FA03-4D3F-AE54-827E9257838D}" type="presParOf" srcId="{F0B0A0DB-B055-4E1F-A082-D9264DB92C60}" destId="{B5BF7307-4258-46F1-B6C2-FA50EEA86930}" srcOrd="3" destOrd="0" presId="urn:microsoft.com/office/officeart/2008/layout/AlternatingHexagons"/>
    <dgm:cxn modelId="{F5F0E4C2-D5DC-4BD4-BDB9-D113E9D06E23}" type="presParOf" srcId="{F0B0A0DB-B055-4E1F-A082-D9264DB92C60}" destId="{3381C6DD-FA33-47D6-B26B-026DBF57FA61}" srcOrd="4" destOrd="0" presId="urn:microsoft.com/office/officeart/2008/layout/AlternatingHexagons"/>
    <dgm:cxn modelId="{3E9824B7-024E-4A75-BC36-5E47897C5B0A}" type="presParOf" srcId="{75DA59A7-480D-49F3-940F-2B8D20C9F12E}" destId="{DA3693F5-FE46-4A32-8863-0C3D20F1CDCF}" srcOrd="7" destOrd="0" presId="urn:microsoft.com/office/officeart/2008/layout/AlternatingHexagons"/>
    <dgm:cxn modelId="{602E6F4A-A0B4-46E4-A341-5D541342BE93}" type="presParOf" srcId="{75DA59A7-480D-49F3-940F-2B8D20C9F12E}" destId="{B1D82FE6-4361-480C-9CAA-360AE8D5706B}" srcOrd="8" destOrd="0" presId="urn:microsoft.com/office/officeart/2008/layout/AlternatingHexagons"/>
    <dgm:cxn modelId="{B4141FD0-A318-4231-BC70-2DD4FA831024}" type="presParOf" srcId="{B1D82FE6-4361-480C-9CAA-360AE8D5706B}" destId="{491C5689-A510-4C0F-BC80-A43F64CF9D48}" srcOrd="0" destOrd="0" presId="urn:microsoft.com/office/officeart/2008/layout/AlternatingHexagons"/>
    <dgm:cxn modelId="{535348B2-F071-4FFC-A7E7-29DE9CF9CFED}" type="presParOf" srcId="{B1D82FE6-4361-480C-9CAA-360AE8D5706B}" destId="{25EE3E09-8797-4680-BE0D-3995AF26493F}" srcOrd="1" destOrd="0" presId="urn:microsoft.com/office/officeart/2008/layout/AlternatingHexagons"/>
    <dgm:cxn modelId="{1D820868-CBF2-4A83-B057-2968FEA4DF2C}" type="presParOf" srcId="{B1D82FE6-4361-480C-9CAA-360AE8D5706B}" destId="{1576611A-6D6E-453E-B926-7A50BB0355CC}" srcOrd="2" destOrd="0" presId="urn:microsoft.com/office/officeart/2008/layout/AlternatingHexagons"/>
    <dgm:cxn modelId="{0D5276FE-BC2C-4CE2-A6DB-8691EC28F22C}" type="presParOf" srcId="{B1D82FE6-4361-480C-9CAA-360AE8D5706B}" destId="{80834853-3892-43DE-AD17-5F92FCDAD61E}" srcOrd="3" destOrd="0" presId="urn:microsoft.com/office/officeart/2008/layout/AlternatingHexagons"/>
    <dgm:cxn modelId="{015B12BE-2793-4665-A226-5B8A6D2C9F73}" type="presParOf" srcId="{B1D82FE6-4361-480C-9CAA-360AE8D5706B}" destId="{09A9A94A-CF28-4704-92FA-B6EAF6876445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ED674-A95E-4F0D-9DED-83D3E24B81F1}">
      <dsp:nvSpPr>
        <dsp:cNvPr id="0" name=""/>
        <dsp:cNvSpPr/>
      </dsp:nvSpPr>
      <dsp:spPr>
        <a:xfrm rot="5400000">
          <a:off x="2206405" y="67230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1</a:t>
          </a:r>
        </a:p>
      </dsp:txBody>
      <dsp:txXfrm rot="-5400000">
        <a:off x="2410307" y="159570"/>
        <a:ext cx="608781" cy="699749"/>
      </dsp:txXfrm>
    </dsp:sp>
    <dsp:sp modelId="{ECE2476C-7498-4D7C-9C31-15DC3224892A}">
      <dsp:nvSpPr>
        <dsp:cNvPr id="0" name=""/>
        <dsp:cNvSpPr/>
      </dsp:nvSpPr>
      <dsp:spPr>
        <a:xfrm>
          <a:off x="3183750" y="204469"/>
          <a:ext cx="1134509" cy="60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Requirements and Planning</a:t>
          </a:r>
          <a:endParaRPr lang="en-US" sz="1100" kern="1200" dirty="0"/>
        </a:p>
      </dsp:txBody>
      <dsp:txXfrm>
        <a:off x="3183750" y="204469"/>
        <a:ext cx="1134509" cy="609951"/>
      </dsp:txXfrm>
    </dsp:sp>
    <dsp:sp modelId="{CE63CA4E-1447-403C-B991-370D575E4C2D}">
      <dsp:nvSpPr>
        <dsp:cNvPr id="0" name=""/>
        <dsp:cNvSpPr/>
      </dsp:nvSpPr>
      <dsp:spPr>
        <a:xfrm rot="5400000">
          <a:off x="1251221" y="67230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22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122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455123" y="159570"/>
        <a:ext cx="608781" cy="699749"/>
      </dsp:txXfrm>
    </dsp:sp>
    <dsp:sp modelId="{961AF329-5879-4DE7-A3EA-EFF9B5804053}">
      <dsp:nvSpPr>
        <dsp:cNvPr id="0" name=""/>
        <dsp:cNvSpPr/>
      </dsp:nvSpPr>
      <dsp:spPr>
        <a:xfrm rot="5400000">
          <a:off x="1726983" y="930108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244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244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2</a:t>
          </a:r>
        </a:p>
      </dsp:txBody>
      <dsp:txXfrm rot="-5400000">
        <a:off x="1930885" y="1022448"/>
        <a:ext cx="608781" cy="699749"/>
      </dsp:txXfrm>
    </dsp:sp>
    <dsp:sp modelId="{5FB82A8D-ABC1-4A71-A385-D639AA78E77F}">
      <dsp:nvSpPr>
        <dsp:cNvPr id="0" name=""/>
        <dsp:cNvSpPr/>
      </dsp:nvSpPr>
      <dsp:spPr>
        <a:xfrm>
          <a:off x="658552" y="1067346"/>
          <a:ext cx="1097911" cy="60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Requirements and Architecture</a:t>
          </a:r>
        </a:p>
      </dsp:txBody>
      <dsp:txXfrm>
        <a:off x="658552" y="1067346"/>
        <a:ext cx="1097911" cy="609951"/>
      </dsp:txXfrm>
    </dsp:sp>
    <dsp:sp modelId="{C083C926-90D8-4014-8FD8-665CF8D70ADA}">
      <dsp:nvSpPr>
        <dsp:cNvPr id="0" name=""/>
        <dsp:cNvSpPr/>
      </dsp:nvSpPr>
      <dsp:spPr>
        <a:xfrm rot="5400000">
          <a:off x="2682167" y="930108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366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366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86069" y="1022448"/>
        <a:ext cx="608781" cy="699749"/>
      </dsp:txXfrm>
    </dsp:sp>
    <dsp:sp modelId="{7C9BC682-C821-4871-ADA1-4E20294CB936}">
      <dsp:nvSpPr>
        <dsp:cNvPr id="0" name=""/>
        <dsp:cNvSpPr/>
      </dsp:nvSpPr>
      <dsp:spPr>
        <a:xfrm rot="5400000">
          <a:off x="2206405" y="1792985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488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488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3</a:t>
          </a:r>
        </a:p>
      </dsp:txBody>
      <dsp:txXfrm rot="-5400000">
        <a:off x="2410307" y="1885325"/>
        <a:ext cx="608781" cy="699749"/>
      </dsp:txXfrm>
    </dsp:sp>
    <dsp:sp modelId="{9F575877-2586-47DF-95DA-1FAF072B7442}">
      <dsp:nvSpPr>
        <dsp:cNvPr id="0" name=""/>
        <dsp:cNvSpPr/>
      </dsp:nvSpPr>
      <dsp:spPr>
        <a:xfrm>
          <a:off x="3183750" y="1930224"/>
          <a:ext cx="1134509" cy="60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Core Feature Development</a:t>
          </a:r>
        </a:p>
      </dsp:txBody>
      <dsp:txXfrm>
        <a:off x="3183750" y="1930224"/>
        <a:ext cx="1134509" cy="609951"/>
      </dsp:txXfrm>
    </dsp:sp>
    <dsp:sp modelId="{36991EED-1A39-44AE-809F-B5AF34719A4B}">
      <dsp:nvSpPr>
        <dsp:cNvPr id="0" name=""/>
        <dsp:cNvSpPr/>
      </dsp:nvSpPr>
      <dsp:spPr>
        <a:xfrm rot="5400000">
          <a:off x="1251221" y="1792985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610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610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455123" y="1885325"/>
        <a:ext cx="608781" cy="699749"/>
      </dsp:txXfrm>
    </dsp:sp>
    <dsp:sp modelId="{BAE56735-05B5-4B70-B13B-1239D93E5ED0}">
      <dsp:nvSpPr>
        <dsp:cNvPr id="0" name=""/>
        <dsp:cNvSpPr/>
      </dsp:nvSpPr>
      <dsp:spPr>
        <a:xfrm rot="5400000">
          <a:off x="1726983" y="2655862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732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732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4</a:t>
          </a:r>
        </a:p>
      </dsp:txBody>
      <dsp:txXfrm rot="-5400000">
        <a:off x="1930885" y="2748202"/>
        <a:ext cx="608781" cy="699749"/>
      </dsp:txXfrm>
    </dsp:sp>
    <dsp:sp modelId="{99049EDF-2E17-487F-8851-B832BEAE8B07}">
      <dsp:nvSpPr>
        <dsp:cNvPr id="0" name=""/>
        <dsp:cNvSpPr/>
      </dsp:nvSpPr>
      <dsp:spPr>
        <a:xfrm>
          <a:off x="658552" y="2793101"/>
          <a:ext cx="1097911" cy="60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and Testing</a:t>
          </a:r>
          <a:endParaRPr lang="en-US" sz="1100" kern="1200" dirty="0"/>
        </a:p>
      </dsp:txBody>
      <dsp:txXfrm>
        <a:off x="658552" y="2793101"/>
        <a:ext cx="1097911" cy="609951"/>
      </dsp:txXfrm>
    </dsp:sp>
    <dsp:sp modelId="{3381C6DD-FA33-47D6-B26B-026DBF57FA61}">
      <dsp:nvSpPr>
        <dsp:cNvPr id="0" name=""/>
        <dsp:cNvSpPr/>
      </dsp:nvSpPr>
      <dsp:spPr>
        <a:xfrm rot="5400000">
          <a:off x="2682167" y="2655862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854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854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2886069" y="2748202"/>
        <a:ext cx="608781" cy="699749"/>
      </dsp:txXfrm>
    </dsp:sp>
    <dsp:sp modelId="{491C5689-A510-4C0F-BC80-A43F64CF9D48}">
      <dsp:nvSpPr>
        <dsp:cNvPr id="0" name=""/>
        <dsp:cNvSpPr/>
      </dsp:nvSpPr>
      <dsp:spPr>
        <a:xfrm rot="5400000">
          <a:off x="2206405" y="3518740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976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976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Phase 5</a:t>
          </a:r>
        </a:p>
      </dsp:txBody>
      <dsp:txXfrm rot="-5400000">
        <a:off x="2410307" y="3611080"/>
        <a:ext cx="608781" cy="699749"/>
      </dsp:txXfrm>
    </dsp:sp>
    <dsp:sp modelId="{25EE3E09-8797-4680-BE0D-3995AF26493F}">
      <dsp:nvSpPr>
        <dsp:cNvPr id="0" name=""/>
        <dsp:cNvSpPr/>
      </dsp:nvSpPr>
      <dsp:spPr>
        <a:xfrm>
          <a:off x="3183750" y="3655979"/>
          <a:ext cx="1134509" cy="6099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Delivery and Presentation</a:t>
          </a:r>
          <a:endParaRPr lang="en-US" sz="1100" kern="1200" dirty="0"/>
        </a:p>
      </dsp:txBody>
      <dsp:txXfrm>
        <a:off x="3183750" y="3655979"/>
        <a:ext cx="1134509" cy="609951"/>
      </dsp:txXfrm>
    </dsp:sp>
    <dsp:sp modelId="{09A9A94A-CF28-4704-92FA-B6EAF6876445}">
      <dsp:nvSpPr>
        <dsp:cNvPr id="0" name=""/>
        <dsp:cNvSpPr/>
      </dsp:nvSpPr>
      <dsp:spPr>
        <a:xfrm rot="5400000">
          <a:off x="1251221" y="3518740"/>
          <a:ext cx="1016585" cy="884429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098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2">
                <a:hueOff val="0"/>
                <a:satOff val="0"/>
                <a:lumOff val="-10980"/>
                <a:alphaOff val="0"/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455123" y="3611080"/>
        <a:ext cx="608781" cy="699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9/16/2026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9/16/2026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47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 Capstone group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Issa’s Events Project Proposal</a:t>
            </a:r>
          </a:p>
        </p:txBody>
      </p:sp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Jennifer Sanchez</a:t>
            </a:r>
          </a:p>
          <a:p>
            <a:pPr lvl="0"/>
            <a:r>
              <a:rPr lang="en-US" dirty="0"/>
              <a:t>Yadriel Quinones Sustache</a:t>
            </a:r>
          </a:p>
          <a:p>
            <a:pPr lvl="0"/>
            <a:r>
              <a:rPr lang="en-US" dirty="0"/>
              <a:t>Paul Intriago Troya</a:t>
            </a:r>
          </a:p>
          <a:p>
            <a:pPr lvl="0"/>
            <a:r>
              <a:rPr lang="en-US" dirty="0"/>
              <a:t>Connor Cowles</a:t>
            </a:r>
          </a:p>
          <a:p>
            <a:pPr lvl="0"/>
            <a:r>
              <a:rPr lang="en-US" dirty="0"/>
              <a:t>Jonathan Wesley</a:t>
            </a:r>
          </a:p>
        </p:txBody>
      </p:sp>
    </p:spTree>
    <p:extLst>
      <p:ext uri="{BB962C8B-B14F-4D97-AF65-F5344CB8AC3E}">
        <p14:creationId xmlns:p14="http://schemas.microsoft.com/office/powerpoint/2010/main" val="39125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Onboarding/Offboarding project- Issa’s events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Start-up with 25 employees</a:t>
            </a:r>
          </a:p>
          <a:p>
            <a:r>
              <a:rPr lang="en-US" dirty="0"/>
              <a:t>Projected to double head-count within a year</a:t>
            </a:r>
          </a:p>
          <a:p>
            <a:r>
              <a:rPr lang="en-US" dirty="0"/>
              <a:t>Requires immediate IT consulting</a:t>
            </a:r>
          </a:p>
          <a:p>
            <a:pPr lvl="1"/>
            <a:r>
              <a:rPr lang="en-US" dirty="0"/>
              <a:t>Framework and external IT pipeline</a:t>
            </a:r>
          </a:p>
          <a:p>
            <a:r>
              <a:rPr lang="en-US" dirty="0"/>
              <a:t>Investor funded</a:t>
            </a:r>
          </a:p>
          <a:p>
            <a:pPr lvl="1"/>
            <a:r>
              <a:rPr lang="en-US" dirty="0"/>
              <a:t>$25,000</a:t>
            </a:r>
          </a:p>
          <a:p>
            <a:r>
              <a:rPr lang="en-US" dirty="0"/>
              <a:t>Dec 4</a:t>
            </a:r>
            <a:r>
              <a:rPr lang="en-US" baseline="30000" dirty="0"/>
              <a:t>th</a:t>
            </a:r>
            <a:r>
              <a:rPr lang="en-US" dirty="0"/>
              <a:t> deadline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737417-DB44-8496-AC9E-BDE9A26311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06" y="1803400"/>
            <a:ext cx="44704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7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66A3-420C-5BCF-D422-FE817E0B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DE6B7-4BCC-DE6C-BD7D-6B03B1A6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anchor="b">
            <a:normAutofit/>
          </a:bodyPr>
          <a:lstStyle/>
          <a:p>
            <a:r>
              <a:rPr lang="en-US" dirty="0"/>
              <a:t>Core problem</a:t>
            </a:r>
            <a:br>
              <a:rPr lang="en-US" dirty="0"/>
            </a:b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C07481-5F23-CCC9-676E-0864D911B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Delayed onboarding, missed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Vendor and financial security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Disorganized Technical Support</a:t>
            </a:r>
          </a:p>
        </p:txBody>
      </p:sp>
    </p:spTree>
    <p:extLst>
      <p:ext uri="{BB962C8B-B14F-4D97-AF65-F5344CB8AC3E}">
        <p14:creationId xmlns:p14="http://schemas.microsoft.com/office/powerpoint/2010/main" val="742187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dirty="0"/>
              <a:t>Automated onboarding – Auto assign emails, onboarding checklists, issue hardware, assign </a:t>
            </a:r>
            <a:r>
              <a:rPr lang="en-US" dirty="0" err="1"/>
              <a:t>licences</a:t>
            </a:r>
            <a:r>
              <a:rPr lang="en-US" dirty="0"/>
              <a:t> and user role</a:t>
            </a:r>
          </a:p>
          <a:p>
            <a:pPr algn="ctr"/>
            <a:r>
              <a:rPr lang="en-US" dirty="0"/>
              <a:t>Dashboard showing onboard/offboard status</a:t>
            </a:r>
          </a:p>
          <a:p>
            <a:pPr algn="ctr"/>
            <a:r>
              <a:rPr lang="en-US" dirty="0"/>
              <a:t>Instant offboarding- locks access to sensitive information</a:t>
            </a:r>
          </a:p>
          <a:p>
            <a:pPr algn="ctr"/>
            <a:r>
              <a:rPr lang="en-US" dirty="0"/>
              <a:t>Inventory tracking</a:t>
            </a:r>
          </a:p>
          <a:p>
            <a:pPr algn="ctr"/>
            <a:r>
              <a:rPr lang="en-US" dirty="0"/>
              <a:t>Outsourced helpdesk</a:t>
            </a:r>
          </a:p>
        </p:txBody>
      </p:sp>
      <p:graphicFrame>
        <p:nvGraphicFramePr>
          <p:cNvPr id="9" name="Content Placeholder 8" descr="Alternating Hexagons showing 3 groups with task descriptions next to each group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3706950"/>
              </p:ext>
            </p:extLst>
          </p:nvPr>
        </p:nvGraphicFramePr>
        <p:xfrm>
          <a:off x="6297613" y="1803400"/>
          <a:ext cx="4976812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963ED4C2-A4AA-F662-1D1D-CC6B58E0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23523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8F13-46B8-0FD5-AE66-6A9F6D8B8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 anchor="b">
            <a:normAutofit/>
          </a:bodyPr>
          <a:lstStyle/>
          <a:p>
            <a:r>
              <a:rPr lang="en-US" dirty="0"/>
              <a:t>My Role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E92C642-6502-BA6D-0E57-DC9193BA5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/>
          <a:p>
            <a:r>
              <a:rPr lang="en-US" dirty="0"/>
              <a:t>Project Manager</a:t>
            </a:r>
          </a:p>
          <a:p>
            <a:pPr lvl="1"/>
            <a:r>
              <a:rPr lang="en-US" dirty="0"/>
              <a:t>Gantt chart</a:t>
            </a:r>
          </a:p>
          <a:p>
            <a:r>
              <a:rPr lang="en-US" dirty="0"/>
              <a:t>Support</a:t>
            </a:r>
          </a:p>
          <a:p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11A2053-0657-AF17-5870-2D0C9485A7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99982" y="1701800"/>
            <a:ext cx="7985630" cy="38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Crimson landscape design slides</Template>
  <TotalTime>115</TotalTime>
  <Words>141</Words>
  <Application>Microsoft Office PowerPoint</Application>
  <PresentationFormat>Custom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Century Gothic</vt:lpstr>
      <vt:lpstr>Crimson landscape design template</vt:lpstr>
      <vt:lpstr>IT Capstone group Project</vt:lpstr>
      <vt:lpstr>Group members</vt:lpstr>
      <vt:lpstr>Onboarding/Offboarding project- Issa’s events</vt:lpstr>
      <vt:lpstr>Core problem </vt:lpstr>
      <vt:lpstr>Proposed solution</vt:lpstr>
      <vt:lpstr>My Role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Sanchez</dc:creator>
  <cp:lastModifiedBy>Jennifer Sanchez</cp:lastModifiedBy>
  <cp:revision>1</cp:revision>
  <cp:lastPrinted>2026-09-16T04:07:33Z</cp:lastPrinted>
  <dcterms:created xsi:type="dcterms:W3CDTF">2026-09-16T03:14:13Z</dcterms:created>
  <dcterms:modified xsi:type="dcterms:W3CDTF">2026-09-16T16:39:50Z</dcterms:modified>
</cp:coreProperties>
</file>